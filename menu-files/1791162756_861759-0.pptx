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16" r:id="rId3"/>
    <p:sldId id="314" r:id="rId4"/>
    <p:sldId id="260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12" r:id="rId14"/>
    <p:sldId id="305" r:id="rId15"/>
    <p:sldId id="306" r:id="rId16"/>
    <p:sldId id="307" r:id="rId17"/>
    <p:sldId id="308" r:id="rId18"/>
    <p:sldId id="309" r:id="rId19"/>
    <p:sldId id="310" r:id="rId20"/>
    <p:sldId id="311" r:id="rId21"/>
  </p:sldIdLst>
  <p:sldSz cx="7559675" cy="10799763"/>
  <p:notesSz cx="6742113" cy="9875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9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 성원" initials="성최" lastIdx="4" clrIdx="0">
    <p:extLst>
      <p:ext uri="{19B8F6BF-5375-455C-9EA6-DF929625EA0E}">
        <p15:presenceInfo xmlns:p15="http://schemas.microsoft.com/office/powerpoint/2012/main" userId="d94dc37ebb0dc1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2C3A9-BD7D-455F-A525-A8CD4E29C4DF}" v="48" dt="2026-04-13T05:34:08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9" autoAdjust="0"/>
    <p:restoredTop sz="95244" autoAdjust="0"/>
  </p:normalViewPr>
  <p:slideViewPr>
    <p:cSldViewPr snapToGrid="0" showGuides="1">
      <p:cViewPr varScale="1">
        <p:scale>
          <a:sx n="55" d="100"/>
          <a:sy n="55" d="100"/>
        </p:scale>
        <p:origin x="2611" y="48"/>
      </p:cViewPr>
      <p:guideLst>
        <p:guide orient="horz" pos="3379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mook Lim" userId="f8b0d5d7-29c9-428a-ac10-8fd84d9025d5" providerId="ADAL" clId="{FA08B0E0-27A0-4BDA-8A29-9CF0F84F4B14}"/>
    <pc:docChg chg="undo custSel addSld delSld modSld sldOrd">
      <pc:chgData name="Gimook Lim" userId="f8b0d5d7-29c9-428a-ac10-8fd84d9025d5" providerId="ADAL" clId="{FA08B0E0-27A0-4BDA-8A29-9CF0F84F4B14}" dt="2026-04-13T05:59:51.466" v="511" actId="478"/>
      <pc:docMkLst>
        <pc:docMk/>
      </pc:docMkLst>
      <pc:sldChg chg="addSp delSp modSp mod">
        <pc:chgData name="Gimook Lim" userId="f8b0d5d7-29c9-428a-ac10-8fd84d9025d5" providerId="ADAL" clId="{FA08B0E0-27A0-4BDA-8A29-9CF0F84F4B14}" dt="2026-04-13T05:59:51.466" v="511" actId="478"/>
        <pc:sldMkLst>
          <pc:docMk/>
          <pc:sldMk cId="2688416657" sldId="256"/>
        </pc:sldMkLst>
        <pc:spChg chg="add del mod">
          <ac:chgData name="Gimook Lim" userId="f8b0d5d7-29c9-428a-ac10-8fd84d9025d5" providerId="ADAL" clId="{FA08B0E0-27A0-4BDA-8A29-9CF0F84F4B14}" dt="2026-04-13T05:59:51.466" v="511" actId="478"/>
          <ac:spMkLst>
            <pc:docMk/>
            <pc:sldMk cId="2688416657" sldId="256"/>
            <ac:spMk id="2" creationId="{73BEC165-5778-2B1F-8F15-D863D098C6A7}"/>
          </ac:spMkLst>
        </pc:spChg>
      </pc:sldChg>
      <pc:sldChg chg="addSp delSp modSp mod">
        <pc:chgData name="Gimook Lim" userId="f8b0d5d7-29c9-428a-ac10-8fd84d9025d5" providerId="ADAL" clId="{FA08B0E0-27A0-4BDA-8A29-9CF0F84F4B14}" dt="2026-04-13T05:02:02.978" v="262" actId="478"/>
        <pc:sldMkLst>
          <pc:docMk/>
          <pc:sldMk cId="2403292934" sldId="260"/>
        </pc:sldMkLst>
        <pc:spChg chg="add del mod">
          <ac:chgData name="Gimook Lim" userId="f8b0d5d7-29c9-428a-ac10-8fd84d9025d5" providerId="ADAL" clId="{FA08B0E0-27A0-4BDA-8A29-9CF0F84F4B14}" dt="2026-04-13T05:02:02.978" v="262" actId="478"/>
          <ac:spMkLst>
            <pc:docMk/>
            <pc:sldMk cId="2403292934" sldId="260"/>
            <ac:spMk id="2" creationId="{BC28CCEF-C219-F542-8AF6-9B9D8328BEF1}"/>
          </ac:spMkLst>
        </pc:spChg>
      </pc:sldChg>
      <pc:sldChg chg="del ord">
        <pc:chgData name="Gimook Lim" userId="f8b0d5d7-29c9-428a-ac10-8fd84d9025d5" providerId="ADAL" clId="{FA08B0E0-27A0-4BDA-8A29-9CF0F84F4B14}" dt="2026-04-13T04:51:27.652" v="58" actId="47"/>
        <pc:sldMkLst>
          <pc:docMk/>
          <pc:sldMk cId="1016245483" sldId="288"/>
        </pc:sldMkLst>
      </pc:sldChg>
      <pc:sldChg chg="modSp mod">
        <pc:chgData name="Gimook Lim" userId="f8b0d5d7-29c9-428a-ac10-8fd84d9025d5" providerId="ADAL" clId="{FA08B0E0-27A0-4BDA-8A29-9CF0F84F4B14}" dt="2026-04-13T05:04:47.937" v="313" actId="20577"/>
        <pc:sldMkLst>
          <pc:docMk/>
          <pc:sldMk cId="3998011859" sldId="297"/>
        </pc:sldMkLst>
        <pc:spChg chg="mod">
          <ac:chgData name="Gimook Lim" userId="f8b0d5d7-29c9-428a-ac10-8fd84d9025d5" providerId="ADAL" clId="{FA08B0E0-27A0-4BDA-8A29-9CF0F84F4B14}" dt="2026-04-13T05:03:55.179" v="275" actId="1036"/>
          <ac:spMkLst>
            <pc:docMk/>
            <pc:sldMk cId="3998011859" sldId="297"/>
            <ac:spMk id="2" creationId="{60741486-B94E-B108-5AD5-EEED38ACB682}"/>
          </ac:spMkLst>
        </pc:spChg>
        <pc:graphicFrameChg chg="mod modGraphic">
          <ac:chgData name="Gimook Lim" userId="f8b0d5d7-29c9-428a-ac10-8fd84d9025d5" providerId="ADAL" clId="{FA08B0E0-27A0-4BDA-8A29-9CF0F84F4B14}" dt="2026-04-13T05:04:47.937" v="313" actId="20577"/>
          <ac:graphicFrameMkLst>
            <pc:docMk/>
            <pc:sldMk cId="3998011859" sldId="297"/>
            <ac:graphicFrameMk id="10" creationId="{508D7DB6-DCDA-3232-4422-E8CB5EB3E8D0}"/>
          </ac:graphicFrameMkLst>
        </pc:graphicFrameChg>
        <pc:graphicFrameChg chg="mod modGraphic">
          <ac:chgData name="Gimook Lim" userId="f8b0d5d7-29c9-428a-ac10-8fd84d9025d5" providerId="ADAL" clId="{FA08B0E0-27A0-4BDA-8A29-9CF0F84F4B14}" dt="2026-04-13T05:04:05.375" v="280" actId="20577"/>
          <ac:graphicFrameMkLst>
            <pc:docMk/>
            <pc:sldMk cId="3998011859" sldId="297"/>
            <ac:graphicFrameMk id="11" creationId="{11AB8E74-AAC8-04EA-9395-573FAE67190F}"/>
          </ac:graphicFrameMkLst>
        </pc:graphicFrameChg>
      </pc:sldChg>
      <pc:sldChg chg="modSp mod">
        <pc:chgData name="Gimook Lim" userId="f8b0d5d7-29c9-428a-ac10-8fd84d9025d5" providerId="ADAL" clId="{FA08B0E0-27A0-4BDA-8A29-9CF0F84F4B14}" dt="2026-04-13T05:05:01.917" v="322" actId="1036"/>
        <pc:sldMkLst>
          <pc:docMk/>
          <pc:sldMk cId="219952676" sldId="299"/>
        </pc:sldMkLst>
        <pc:spChg chg="mod">
          <ac:chgData name="Gimook Lim" userId="f8b0d5d7-29c9-428a-ac10-8fd84d9025d5" providerId="ADAL" clId="{FA08B0E0-27A0-4BDA-8A29-9CF0F84F4B14}" dt="2026-04-13T05:00:47.307" v="243" actId="1036"/>
          <ac:spMkLst>
            <pc:docMk/>
            <pc:sldMk cId="219952676" sldId="299"/>
            <ac:spMk id="4" creationId="{E27EA1C8-D37E-9486-32A6-528A06FBAFA6}"/>
          </ac:spMkLst>
        </pc:spChg>
        <pc:graphicFrameChg chg="mod modGraphic">
          <ac:chgData name="Gimook Lim" userId="f8b0d5d7-29c9-428a-ac10-8fd84d9025d5" providerId="ADAL" clId="{FA08B0E0-27A0-4BDA-8A29-9CF0F84F4B14}" dt="2026-04-13T05:05:01.917" v="322" actId="1036"/>
          <ac:graphicFrameMkLst>
            <pc:docMk/>
            <pc:sldMk cId="219952676" sldId="299"/>
            <ac:graphicFrameMk id="10" creationId="{81CD53EC-1FC4-4FFF-6990-778B392EFF5D}"/>
          </ac:graphicFrameMkLst>
        </pc:graphicFrameChg>
        <pc:graphicFrameChg chg="mod modGraphic">
          <ac:chgData name="Gimook Lim" userId="f8b0d5d7-29c9-428a-ac10-8fd84d9025d5" providerId="ADAL" clId="{FA08B0E0-27A0-4BDA-8A29-9CF0F84F4B14}" dt="2026-04-13T05:04:59.067" v="318" actId="1036"/>
          <ac:graphicFrameMkLst>
            <pc:docMk/>
            <pc:sldMk cId="219952676" sldId="299"/>
            <ac:graphicFrameMk id="11" creationId="{228B8F1F-FA86-11D2-57F9-365517C3072A}"/>
          </ac:graphicFrameMkLst>
        </pc:graphicFrameChg>
      </pc:sldChg>
      <pc:sldChg chg="modSp mod">
        <pc:chgData name="Gimook Lim" userId="f8b0d5d7-29c9-428a-ac10-8fd84d9025d5" providerId="ADAL" clId="{FA08B0E0-27A0-4BDA-8A29-9CF0F84F4B14}" dt="2026-04-13T05:34:48.885" v="510" actId="1035"/>
        <pc:sldMkLst>
          <pc:docMk/>
          <pc:sldMk cId="2410619077" sldId="303"/>
        </pc:sldMkLst>
        <pc:spChg chg="mod">
          <ac:chgData name="Gimook Lim" userId="f8b0d5d7-29c9-428a-ac10-8fd84d9025d5" providerId="ADAL" clId="{FA08B0E0-27A0-4BDA-8A29-9CF0F84F4B14}" dt="2026-04-13T05:34:48.885" v="510" actId="1035"/>
          <ac:spMkLst>
            <pc:docMk/>
            <pc:sldMk cId="2410619077" sldId="303"/>
            <ac:spMk id="2" creationId="{BA75E2E9-7E49-8538-727A-BB5B7D1F7AFC}"/>
          </ac:spMkLst>
        </pc:spChg>
        <pc:spChg chg="mod">
          <ac:chgData name="Gimook Lim" userId="f8b0d5d7-29c9-428a-ac10-8fd84d9025d5" providerId="ADAL" clId="{FA08B0E0-27A0-4BDA-8A29-9CF0F84F4B14}" dt="2026-04-13T05:34:48.885" v="510" actId="1035"/>
          <ac:spMkLst>
            <pc:docMk/>
            <pc:sldMk cId="2410619077" sldId="303"/>
            <ac:spMk id="3" creationId="{35F8B3BA-5697-A5F0-CE95-D18B7D51FEC7}"/>
          </ac:spMkLst>
        </pc:spChg>
        <pc:grpChg chg="mod">
          <ac:chgData name="Gimook Lim" userId="f8b0d5d7-29c9-428a-ac10-8fd84d9025d5" providerId="ADAL" clId="{FA08B0E0-27A0-4BDA-8A29-9CF0F84F4B14}" dt="2026-04-13T05:34:48.885" v="510" actId="1035"/>
          <ac:grpSpMkLst>
            <pc:docMk/>
            <pc:sldMk cId="2410619077" sldId="303"/>
            <ac:grpSpMk id="19" creationId="{29053CEC-264C-8C39-3BB0-43B3F53D7036}"/>
          </ac:grpSpMkLst>
        </pc:grpChg>
        <pc:graphicFrameChg chg="mod modGraphic">
          <ac:chgData name="Gimook Lim" userId="f8b0d5d7-29c9-428a-ac10-8fd84d9025d5" providerId="ADAL" clId="{FA08B0E0-27A0-4BDA-8A29-9CF0F84F4B14}" dt="2026-04-13T05:34:48.885" v="510" actId="1035"/>
          <ac:graphicFrameMkLst>
            <pc:docMk/>
            <pc:sldMk cId="2410619077" sldId="303"/>
            <ac:graphicFrameMk id="10" creationId="{BF8E80E6-870E-5CD9-8CA8-0E1FFDD2436B}"/>
          </ac:graphicFrameMkLst>
        </pc:graphicFrameChg>
        <pc:graphicFrameChg chg="mod">
          <ac:chgData name="Gimook Lim" userId="f8b0d5d7-29c9-428a-ac10-8fd84d9025d5" providerId="ADAL" clId="{FA08B0E0-27A0-4BDA-8A29-9CF0F84F4B14}" dt="2026-04-13T05:34:48.885" v="510" actId="1035"/>
          <ac:graphicFrameMkLst>
            <pc:docMk/>
            <pc:sldMk cId="2410619077" sldId="303"/>
            <ac:graphicFrameMk id="11" creationId="{805BA1B2-4489-B499-985E-EFC5B8579FBB}"/>
          </ac:graphicFrameMkLst>
        </pc:graphicFrameChg>
        <pc:cxnChg chg="mod">
          <ac:chgData name="Gimook Lim" userId="f8b0d5d7-29c9-428a-ac10-8fd84d9025d5" providerId="ADAL" clId="{FA08B0E0-27A0-4BDA-8A29-9CF0F84F4B14}" dt="2026-04-13T05:34:48.885" v="510" actId="1035"/>
          <ac:cxnSpMkLst>
            <pc:docMk/>
            <pc:sldMk cId="2410619077" sldId="303"/>
            <ac:cxnSpMk id="31" creationId="{8F6330C4-8ED7-4F14-5F13-0667C661C376}"/>
          </ac:cxnSpMkLst>
        </pc:cxnChg>
      </pc:sldChg>
      <pc:sldChg chg="modSp mod">
        <pc:chgData name="Gimook Lim" userId="f8b0d5d7-29c9-428a-ac10-8fd84d9025d5" providerId="ADAL" clId="{FA08B0E0-27A0-4BDA-8A29-9CF0F84F4B14}" dt="2026-04-13T05:08:57.133" v="412" actId="20577"/>
        <pc:sldMkLst>
          <pc:docMk/>
          <pc:sldMk cId="3127970264" sldId="306"/>
        </pc:sldMkLst>
        <pc:graphicFrameChg chg="modGraphic">
          <ac:chgData name="Gimook Lim" userId="f8b0d5d7-29c9-428a-ac10-8fd84d9025d5" providerId="ADAL" clId="{FA08B0E0-27A0-4BDA-8A29-9CF0F84F4B14}" dt="2026-04-13T05:08:57.133" v="412" actId="20577"/>
          <ac:graphicFrameMkLst>
            <pc:docMk/>
            <pc:sldMk cId="3127970264" sldId="306"/>
            <ac:graphicFrameMk id="11" creationId="{FB9382B0-A9F2-C14B-023C-041BC7941356}"/>
          </ac:graphicFrameMkLst>
        </pc:graphicFrameChg>
      </pc:sldChg>
      <pc:sldChg chg="modSp mod">
        <pc:chgData name="Gimook Lim" userId="f8b0d5d7-29c9-428a-ac10-8fd84d9025d5" providerId="ADAL" clId="{FA08B0E0-27A0-4BDA-8A29-9CF0F84F4B14}" dt="2026-04-13T05:08:07.953" v="396"/>
        <pc:sldMkLst>
          <pc:docMk/>
          <pc:sldMk cId="2645313602" sldId="307"/>
        </pc:sldMkLst>
        <pc:graphicFrameChg chg="mod modGraphic">
          <ac:chgData name="Gimook Lim" userId="f8b0d5d7-29c9-428a-ac10-8fd84d9025d5" providerId="ADAL" clId="{FA08B0E0-27A0-4BDA-8A29-9CF0F84F4B14}" dt="2026-04-13T05:08:07.953" v="396"/>
          <ac:graphicFrameMkLst>
            <pc:docMk/>
            <pc:sldMk cId="2645313602" sldId="307"/>
            <ac:graphicFrameMk id="10" creationId="{BCE727EE-338E-12F9-3D59-7556AC4E8EA6}"/>
          </ac:graphicFrameMkLst>
        </pc:graphicFrameChg>
        <pc:graphicFrameChg chg="mod modGraphic">
          <ac:chgData name="Gimook Lim" userId="f8b0d5d7-29c9-428a-ac10-8fd84d9025d5" providerId="ADAL" clId="{FA08B0E0-27A0-4BDA-8A29-9CF0F84F4B14}" dt="2026-04-13T05:08:05.974" v="395"/>
          <ac:graphicFrameMkLst>
            <pc:docMk/>
            <pc:sldMk cId="2645313602" sldId="307"/>
            <ac:graphicFrameMk id="11" creationId="{0EB4B563-1ECA-E2A3-85AD-3517877E70EF}"/>
          </ac:graphicFrameMkLst>
        </pc:graphicFrameChg>
      </pc:sldChg>
      <pc:sldChg chg="modSp mod">
        <pc:chgData name="Gimook Lim" userId="f8b0d5d7-29c9-428a-ac10-8fd84d9025d5" providerId="ADAL" clId="{FA08B0E0-27A0-4BDA-8A29-9CF0F84F4B14}" dt="2026-04-13T05:30:19.745" v="459" actId="1035"/>
        <pc:sldMkLst>
          <pc:docMk/>
          <pc:sldMk cId="3544092320" sldId="310"/>
        </pc:sldMkLst>
        <pc:spChg chg="mod">
          <ac:chgData name="Gimook Lim" userId="f8b0d5d7-29c9-428a-ac10-8fd84d9025d5" providerId="ADAL" clId="{FA08B0E0-27A0-4BDA-8A29-9CF0F84F4B14}" dt="2026-04-13T05:30:19.745" v="459" actId="1035"/>
          <ac:spMkLst>
            <pc:docMk/>
            <pc:sldMk cId="3544092320" sldId="310"/>
            <ac:spMk id="5" creationId="{2A6D1F2D-F36B-DEFA-F8FF-867697C6ABCF}"/>
          </ac:spMkLst>
        </pc:spChg>
        <pc:graphicFrameChg chg="mod modGraphic">
          <ac:chgData name="Gimook Lim" userId="f8b0d5d7-29c9-428a-ac10-8fd84d9025d5" providerId="ADAL" clId="{FA08B0E0-27A0-4BDA-8A29-9CF0F84F4B14}" dt="2026-04-13T05:30:14.195" v="439"/>
          <ac:graphicFrameMkLst>
            <pc:docMk/>
            <pc:sldMk cId="3544092320" sldId="310"/>
            <ac:graphicFrameMk id="10" creationId="{935EEEDA-3EE2-C835-8265-70F92426500E}"/>
          </ac:graphicFrameMkLst>
        </pc:graphicFrameChg>
        <pc:graphicFrameChg chg="mod modGraphic">
          <ac:chgData name="Gimook Lim" userId="f8b0d5d7-29c9-428a-ac10-8fd84d9025d5" providerId="ADAL" clId="{FA08B0E0-27A0-4BDA-8A29-9CF0F84F4B14}" dt="2026-04-13T05:30:11.559" v="438"/>
          <ac:graphicFrameMkLst>
            <pc:docMk/>
            <pc:sldMk cId="3544092320" sldId="310"/>
            <ac:graphicFrameMk id="11" creationId="{E067C33F-864F-C4E9-9A17-F7D378013EB2}"/>
          </ac:graphicFrameMkLst>
        </pc:graphicFrameChg>
      </pc:sldChg>
      <pc:sldChg chg="addSp delSp modSp mod">
        <pc:chgData name="Gimook Lim" userId="f8b0d5d7-29c9-428a-ac10-8fd84d9025d5" providerId="ADAL" clId="{FA08B0E0-27A0-4BDA-8A29-9CF0F84F4B14}" dt="2026-04-13T04:54:59.097" v="119" actId="1582"/>
        <pc:sldMkLst>
          <pc:docMk/>
          <pc:sldMk cId="806327957" sldId="314"/>
        </pc:sldMkLst>
        <pc:spChg chg="add mod">
          <ac:chgData name="Gimook Lim" userId="f8b0d5d7-29c9-428a-ac10-8fd84d9025d5" providerId="ADAL" clId="{FA08B0E0-27A0-4BDA-8A29-9CF0F84F4B14}" dt="2026-04-13T04:52:12.550" v="97" actId="20577"/>
          <ac:spMkLst>
            <pc:docMk/>
            <pc:sldMk cId="806327957" sldId="314"/>
            <ac:spMk id="3" creationId="{B3A432A3-5627-AB11-6AB2-6659FD9EC282}"/>
          </ac:spMkLst>
        </pc:spChg>
        <pc:spChg chg="add mod">
          <ac:chgData name="Gimook Lim" userId="f8b0d5d7-29c9-428a-ac10-8fd84d9025d5" providerId="ADAL" clId="{FA08B0E0-27A0-4BDA-8A29-9CF0F84F4B14}" dt="2026-04-13T04:54:59.097" v="119" actId="1582"/>
          <ac:spMkLst>
            <pc:docMk/>
            <pc:sldMk cId="806327957" sldId="314"/>
            <ac:spMk id="4" creationId="{5257930E-604C-F0D3-7EB8-98BF59F41A70}"/>
          </ac:spMkLst>
        </pc:spChg>
        <pc:spChg chg="add mod">
          <ac:chgData name="Gimook Lim" userId="f8b0d5d7-29c9-428a-ac10-8fd84d9025d5" providerId="ADAL" clId="{FA08B0E0-27A0-4BDA-8A29-9CF0F84F4B14}" dt="2026-04-13T04:54:40.099" v="118" actId="14100"/>
          <ac:spMkLst>
            <pc:docMk/>
            <pc:sldMk cId="806327957" sldId="314"/>
            <ac:spMk id="5" creationId="{51850495-FFD2-D792-FB37-834B148FB098}"/>
          </ac:spMkLst>
        </pc:spChg>
        <pc:spChg chg="add del mod">
          <ac:chgData name="Gimook Lim" userId="f8b0d5d7-29c9-428a-ac10-8fd84d9025d5" providerId="ADAL" clId="{FA08B0E0-27A0-4BDA-8A29-9CF0F84F4B14}" dt="2026-04-13T04:54:35.026" v="117" actId="478"/>
          <ac:spMkLst>
            <pc:docMk/>
            <pc:sldMk cId="806327957" sldId="314"/>
            <ac:spMk id="9" creationId="{98985D42-0AAE-10C4-A30C-95323C77B3B4}"/>
          </ac:spMkLst>
        </pc:spChg>
        <pc:spChg chg="add del mod">
          <ac:chgData name="Gimook Lim" userId="f8b0d5d7-29c9-428a-ac10-8fd84d9025d5" providerId="ADAL" clId="{FA08B0E0-27A0-4BDA-8A29-9CF0F84F4B14}" dt="2026-04-13T04:54:33.667" v="116" actId="478"/>
          <ac:spMkLst>
            <pc:docMk/>
            <pc:sldMk cId="806327957" sldId="314"/>
            <ac:spMk id="10" creationId="{D1CBB422-71BB-93C7-257E-A25ECC19F4AF}"/>
          </ac:spMkLst>
        </pc:spChg>
        <pc:spChg chg="add del mod">
          <ac:chgData name="Gimook Lim" userId="f8b0d5d7-29c9-428a-ac10-8fd84d9025d5" providerId="ADAL" clId="{FA08B0E0-27A0-4BDA-8A29-9CF0F84F4B14}" dt="2026-04-13T04:54:32.547" v="115" actId="478"/>
          <ac:spMkLst>
            <pc:docMk/>
            <pc:sldMk cId="806327957" sldId="314"/>
            <ac:spMk id="12" creationId="{9C057BE3-5A25-41B3-BBB6-7E7EA57BE1E3}"/>
          </ac:spMkLst>
        </pc:spChg>
      </pc:sldChg>
      <pc:sldChg chg="delSp add del mod">
        <pc:chgData name="Gimook Lim" userId="f8b0d5d7-29c9-428a-ac10-8fd84d9025d5" providerId="ADAL" clId="{FA08B0E0-27A0-4BDA-8A29-9CF0F84F4B14}" dt="2026-04-13T04:51:30.911" v="59" actId="47"/>
        <pc:sldMkLst>
          <pc:docMk/>
          <pc:sldMk cId="4272350151" sldId="315"/>
        </pc:sldMkLst>
        <pc:spChg chg="del">
          <ac:chgData name="Gimook Lim" userId="f8b0d5d7-29c9-428a-ac10-8fd84d9025d5" providerId="ADAL" clId="{FA08B0E0-27A0-4BDA-8A29-9CF0F84F4B14}" dt="2026-04-13T04:50:43.214" v="1" actId="478"/>
          <ac:spMkLst>
            <pc:docMk/>
            <pc:sldMk cId="4272350151" sldId="315"/>
            <ac:spMk id="45" creationId="{1C2B9F9F-66C5-9637-337A-679A46ACC797}"/>
          </ac:spMkLst>
        </pc:spChg>
        <pc:grpChg chg="del">
          <ac:chgData name="Gimook Lim" userId="f8b0d5d7-29c9-428a-ac10-8fd84d9025d5" providerId="ADAL" clId="{FA08B0E0-27A0-4BDA-8A29-9CF0F84F4B14}" dt="2026-04-13T04:50:43.214" v="1" actId="478"/>
          <ac:grpSpMkLst>
            <pc:docMk/>
            <pc:sldMk cId="4272350151" sldId="315"/>
            <ac:grpSpMk id="14" creationId="{76C65A5C-ED2B-5EC6-9464-EACF52FAB26C}"/>
          </ac:grpSpMkLst>
        </pc:grpChg>
      </pc:sldChg>
      <pc:sldChg chg="addSp modSp add mod">
        <pc:chgData name="Gimook Lim" userId="f8b0d5d7-29c9-428a-ac10-8fd84d9025d5" providerId="ADAL" clId="{FA08B0E0-27A0-4BDA-8A29-9CF0F84F4B14}" dt="2026-04-13T04:51:20.269" v="57" actId="20577"/>
        <pc:sldMkLst>
          <pc:docMk/>
          <pc:sldMk cId="3302831946" sldId="316"/>
        </pc:sldMkLst>
        <pc:spChg chg="add mod">
          <ac:chgData name="Gimook Lim" userId="f8b0d5d7-29c9-428a-ac10-8fd84d9025d5" providerId="ADAL" clId="{FA08B0E0-27A0-4BDA-8A29-9CF0F84F4B14}" dt="2026-04-13T04:51:20.269" v="57" actId="20577"/>
          <ac:spMkLst>
            <pc:docMk/>
            <pc:sldMk cId="3302831946" sldId="316"/>
            <ac:spMk id="2" creationId="{EB79710C-1F64-22FF-1A03-EEA042833A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C5478-242F-40BE-8C18-A45C1290EE39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05038" y="1235075"/>
            <a:ext cx="2332037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688" y="4752975"/>
            <a:ext cx="5392737" cy="38877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80538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9525" y="9380538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56E20-B090-4A6B-A72C-2B88B2A361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24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605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0FB17-67FB-63D3-0EF4-3B607DE3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900330-BFE8-33E1-A835-C8394DDA0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E7075D-9D22-AB99-6A04-85718C647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BE512-24DF-1979-D18B-FE6437D2F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16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FC038-4712-5B08-9028-B2D3B635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1F6C21-57FB-3DCD-C478-580F2895C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13747B-F0EA-5B3A-5AB4-124EBD0FB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51DF9-D733-02FB-2D6C-187B4DE5C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81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6718F-75E7-8E5B-EEDA-F741076B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EC8A26-362D-F07E-7629-427E970AA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55B642-AA52-33C8-C327-6F8624B7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743F51-0621-6ED2-5884-7627376D7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4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71CA-8655-25AC-973E-FAA0DA95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C065F1-398C-5851-707F-81F59A67A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AB5E8F-4B9E-952E-C323-870A24632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7ACB6-6AC5-0211-42FD-A0F4DF459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219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D351-CC94-61BE-E78B-781BADE49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40CAD7-2583-8D2A-83BE-B6FCD35E7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9D7C1C-5F29-821F-F5D6-B8E9A6300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8C026-C058-065A-C709-AD35B1895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51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C131-CCEC-1992-FD5F-E3364160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8633F6-1E04-2D5E-5A3A-42B2CCD3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F6B370-58C1-4914-C528-926BDE594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1BF043-13E6-A889-1335-3636082D9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106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2ECB-9835-1916-D05A-8FC4A701C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8FFCF-664F-D9C1-D388-A1F5F1C1D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13E22D-9E62-C6F3-8AC8-535087B5F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CF170-EDB2-79E8-C90A-55C261F53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884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2B48-7501-4DC4-3FF3-F840F26E3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27D08A-05DB-BB71-D4D1-BB6C1343F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83742C-F89C-93AB-1AF0-4B6DC63CC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00087-EE6B-E5A5-206B-11C8AF129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344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DF69F-2375-C8C0-74CA-A6C1FDD6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7AED51-14A9-AB7E-A4E8-968368AB7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11D54B-4A0A-869D-2F87-E15DCED3F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63AEDC-3D82-6577-DE47-138472D83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7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9944-C2A6-3F82-8CE5-B7D81159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54EDD-3855-1803-B20E-5DDA9563D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F62F65-8723-54B1-E790-6A78C3717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5CCDA1-7263-06D9-B5E1-7CD85A8C7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65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24F3-1B0E-26BE-E3B3-EB785772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020B9D-3609-10F9-72EB-D3D69B7DF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F6D04B-7E87-2DC1-AF63-00ADEB6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63634-54F0-8C7F-1B96-AA002F5DE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900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E19C-0842-70EB-20CE-0BB0AF13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919B52-A60C-C661-A8FC-A99E69D85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C222DB-A4BF-621B-07CE-AEEED237B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A0E86D-1A8C-1DB3-AFCB-2EC41A288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99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F7F6-A890-7166-8197-CA9B950B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65214-AD86-1103-7DA7-58D0A8DB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21327F-3834-4529-A1C9-7E5567B48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F79988-3249-8023-6E36-7D5BCF036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601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AB978-39DB-7EF0-4817-BFD5A24E1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361015-86CA-A82E-2827-A37F67F4B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F5223D-45DC-87E4-3FD5-58922A351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3A799-0CC1-EBC6-74D1-FDC05D33E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900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5A039-9D3C-B3EE-B889-331F226C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6FA686-BAEC-74E7-609F-C5F27B99A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7DC5E2-4E03-6354-FD0F-45302C885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EB7E9-0760-6E6E-1AB5-FB28D6C5A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574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E76D-B1A2-1106-AE22-10B53014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6626A2-1154-8D33-7AB9-28FA8ED8D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D66E00-083E-C514-68EF-AA9477645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FB5F2-4071-0946-F37D-86C6BAA74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56E20-B090-4A6B-A72C-2B88B2A3610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33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67462"/>
            <a:ext cx="6425724" cy="375991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72376"/>
            <a:ext cx="5669756" cy="260744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63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32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92444"/>
            <a:ext cx="6520220" cy="4492401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227345"/>
            <a:ext cx="6520220" cy="2362447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2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74937"/>
            <a:ext cx="321286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74937"/>
            <a:ext cx="321286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20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74990"/>
            <a:ext cx="6520220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47443"/>
            <a:ext cx="3198096" cy="129747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44914"/>
            <a:ext cx="319809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47443"/>
            <a:ext cx="3213847" cy="129747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44914"/>
            <a:ext cx="3213847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40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8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2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9984"/>
            <a:ext cx="2438192" cy="251994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54968"/>
            <a:ext cx="3827085" cy="7674832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39929"/>
            <a:ext cx="2438192" cy="600236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91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9984"/>
            <a:ext cx="2438192" cy="251994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54968"/>
            <a:ext cx="3827085" cy="7674832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39929"/>
            <a:ext cx="2438192" cy="600236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39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74987"/>
            <a:ext cx="1630055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74987"/>
            <a:ext cx="4795669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45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74990"/>
            <a:ext cx="652022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74937"/>
            <a:ext cx="652022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10009783"/>
            <a:ext cx="170092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E0551-B84E-42E9-85D1-C9EEE083B5B8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10009783"/>
            <a:ext cx="255139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10009783"/>
            <a:ext cx="170092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55BEC-91D1-423D-A988-7865416EBB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CC318B8-92BF-DFB0-0696-91B5001E4D92}"/>
              </a:ext>
            </a:extLst>
          </p:cNvPr>
          <p:cNvGrpSpPr/>
          <p:nvPr/>
        </p:nvGrpSpPr>
        <p:grpSpPr>
          <a:xfrm>
            <a:off x="2664680" y="3711766"/>
            <a:ext cx="2791262" cy="2712374"/>
            <a:chOff x="2054879" y="626139"/>
            <a:chExt cx="2010056" cy="19532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E0B946-75A0-5701-B8B7-D097634633F6}"/>
                </a:ext>
              </a:extLst>
            </p:cNvPr>
            <p:cNvSpPr txBox="1"/>
            <p:nvPr/>
          </p:nvSpPr>
          <p:spPr bwMode="gray">
            <a:xfrm>
              <a:off x="2054879" y="1995101"/>
              <a:ext cx="2010056" cy="58428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en-US" altLang="ko-KR" sz="4800" b="1" spc="1000" dirty="0">
                  <a:solidFill>
                    <a:srgbClr val="000000"/>
                  </a:solidFill>
                  <a:latin typeface="Great Vibes" panose="02000507080000020002" pitchFamily="2" charset="0"/>
                  <a:cs typeface="Times New Roman" panose="02020603050405020304" pitchFamily="18" charset="0"/>
                </a:rPr>
                <a:t>Zeya</a:t>
              </a:r>
              <a:endParaRPr lang="ko-KR" altLang="en-US" sz="4800" b="1" spc="1000" dirty="0" err="1">
                <a:solidFill>
                  <a:srgbClr val="000000"/>
                </a:solidFill>
                <a:latin typeface="Great Vibes" panose="02000507080000020002" pitchFamily="2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그림 6" descr="텍스트이(가) 표시된 사진&#10;&#10;자동 생성된 설명">
              <a:extLst>
                <a:ext uri="{FF2B5EF4-FFF2-40B4-BE49-F238E27FC236}">
                  <a16:creationId xmlns:a16="http://schemas.microsoft.com/office/drawing/2014/main" id="{83E4A3AC-4493-280D-CB37-37AF6348A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288"/>
            <a:stretch/>
          </p:blipFill>
          <p:spPr>
            <a:xfrm>
              <a:off x="2054879" y="626139"/>
              <a:ext cx="2010056" cy="136896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91DB1B8-5635-5934-2696-9E5DBC25676E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7F5C0E6-7025-D277-F112-4155AA88A8FE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35EF00F-A98A-5A83-1F88-3CEC194A2EE2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84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AC6D-3813-28D2-794C-EB5F4289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7D593510-7F51-5C2F-BE99-8393A1725E61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7A623D-5C6C-6D9C-2B17-A91F7DAE8D3E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F52E5D2-8B53-3C28-D026-DB422B965D54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F316256-D63D-7F30-E8DF-370C3014E727}"/>
              </a:ext>
            </a:extLst>
          </p:cNvPr>
          <p:cNvSpPr txBox="1"/>
          <p:nvPr/>
        </p:nvSpPr>
        <p:spPr bwMode="gray">
          <a:xfrm>
            <a:off x="528215" y="609601"/>
            <a:ext cx="6503244" cy="9661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ZEYA </a:t>
            </a: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ZEYA MEMBERSHIP</a:t>
            </a:r>
          </a:p>
          <a:p>
            <a:pPr algn="ctr" defTabSz="400023" latinLnBrk="1">
              <a:spcBef>
                <a:spcPts val="675"/>
              </a:spcBef>
              <a:defRPr/>
            </a:pP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FEE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₩1,500,000 Per Year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   BENEFITS   ────────────────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Birthday Champagne Benefit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생일 방문 시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Pérignon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샴페인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병 제공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Personal Engraved Glass Set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회원 이니셜 각인 위스키 글라스 세트 증정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(Glencairn &amp; Rocks Glass)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BAR ZEYA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전용 개인 글라스 보관 서비스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Keeping Charge Waiver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킵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차지 전액 면제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동반 일행 모두 포함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Complimentary Fruit &amp; Cheese Platter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보틀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주문 시 과일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치즈 </a:t>
            </a:r>
            <a:r>
              <a: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플래터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제공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Private Bottle Corkage Waiver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개인 소장 위스키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병 </a:t>
            </a:r>
            <a:r>
              <a: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콜키지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면제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연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회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Exclusive Membership Discount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전 품목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할인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ko-KR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00023" latinLnBrk="1">
              <a:spcBef>
                <a:spcPts val="675"/>
              </a:spcBef>
              <a:defRPr/>
            </a:pP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Private Room Priority Reservation</a:t>
            </a:r>
            <a:b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ko-KR" alt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프라이빗</a:t>
            </a:r>
            <a:r>
              <a: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룸 우선 예약 및 이용 권한</a:t>
            </a:r>
          </a:p>
        </p:txBody>
      </p:sp>
    </p:spTree>
    <p:extLst>
      <p:ext uri="{BB962C8B-B14F-4D97-AF65-F5344CB8AC3E}">
        <p14:creationId xmlns:p14="http://schemas.microsoft.com/office/powerpoint/2010/main" val="330283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FC42-52BB-D59E-7655-3FE44293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3A9A121-E40B-FAD8-C670-13B80F202F2C}"/>
              </a:ext>
            </a:extLst>
          </p:cNvPr>
          <p:cNvGrpSpPr/>
          <p:nvPr/>
        </p:nvGrpSpPr>
        <p:grpSpPr>
          <a:xfrm>
            <a:off x="974754" y="688536"/>
            <a:ext cx="6135757" cy="9366718"/>
            <a:chOff x="-145140" y="688536"/>
            <a:chExt cx="6135757" cy="9366718"/>
          </a:xfrm>
        </p:grpSpPr>
        <p:pic>
          <p:nvPicPr>
            <p:cNvPr id="16" name="그림 15" descr="디자인, 예술, 일러스트레이션이(가) 표시된 사진&#10;&#10;중간 신뢰도로 자동 생성된 설명">
              <a:extLst>
                <a:ext uri="{FF2B5EF4-FFF2-40B4-BE49-F238E27FC236}">
                  <a16:creationId xmlns:a16="http://schemas.microsoft.com/office/drawing/2014/main" id="{C0242E5E-838B-5319-9ECE-4877FFC55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6642" y="9126725"/>
              <a:ext cx="1092194" cy="92852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1BCEC7-AC0A-0A68-AE04-6CB32D555F45}"/>
                </a:ext>
              </a:extLst>
            </p:cNvPr>
            <p:cNvSpPr txBox="1"/>
            <p:nvPr/>
          </p:nvSpPr>
          <p:spPr bwMode="gray">
            <a:xfrm>
              <a:off x="2832627" y="2253831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Miyagikyo</a:t>
              </a:r>
              <a:endPara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Yoichi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Taketsuru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Pure Malt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46,000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625EBF-C2E0-0F68-AE4C-8120CBEFCAEC}"/>
                </a:ext>
              </a:extLst>
            </p:cNvPr>
            <p:cNvSpPr txBox="1"/>
            <p:nvPr/>
          </p:nvSpPr>
          <p:spPr bwMode="gray">
            <a:xfrm>
              <a:off x="-145139" y="688536"/>
              <a:ext cx="5955532" cy="934478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2800" b="1" spc="200" dirty="0">
                  <a:latin typeface="Times New Roman" panose="02020603050405020304" pitchFamily="18" charset="0"/>
                  <a:ea typeface="돋움" panose="020B0600000101010101" pitchFamily="50" charset="-127"/>
                  <a:cs typeface="Times New Roman" panose="02020603050405020304" pitchFamily="18" charset="0"/>
                </a:rPr>
                <a:t>Experience the Essence of Single Malt Whisky By ZEYA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81CA1B-43BF-1E8C-F623-C8C7018E4EE7}"/>
                </a:ext>
              </a:extLst>
            </p:cNvPr>
            <p:cNvSpPr txBox="1"/>
            <p:nvPr/>
          </p:nvSpPr>
          <p:spPr bwMode="gray">
            <a:xfrm>
              <a:off x="2778766" y="3524295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>
                <a:spcBef>
                  <a:spcPts val="675"/>
                </a:spcBef>
              </a:pPr>
              <a:r>
                <a:rPr lang="es-E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Hibiki 21Y</a:t>
              </a:r>
            </a:p>
            <a:p>
              <a:pPr algn="ctr" latinLnBrk="1">
                <a:spcBef>
                  <a:spcPts val="675"/>
                </a:spcBef>
              </a:pPr>
              <a:r>
                <a:rPr lang="es-E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Yamazaki 18Y</a:t>
              </a:r>
            </a:p>
            <a:p>
              <a:pPr algn="ctr" latinLnBrk="1">
                <a:spcBef>
                  <a:spcPts val="675"/>
                </a:spcBef>
              </a:pPr>
              <a:r>
                <a:rPr lang="es-E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Hakushu 18Y</a:t>
              </a:r>
            </a:p>
            <a:p>
              <a:pPr algn="ctr" latinLnBrk="1">
                <a:spcBef>
                  <a:spcPts val="675"/>
                </a:spcBef>
              </a:pPr>
              <a:r>
                <a:rPr lang="es-E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182,000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80C047-549C-1213-77C1-A719EED72ED7}"/>
                </a:ext>
              </a:extLst>
            </p:cNvPr>
            <p:cNvSpPr txBox="1"/>
            <p:nvPr/>
          </p:nvSpPr>
          <p:spPr bwMode="gray">
            <a:xfrm>
              <a:off x="-16914" y="6036727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Balvenie 21Y</a:t>
              </a:r>
            </a:p>
            <a:p>
              <a:pPr algn="ctr" latinLnBrk="1">
                <a:spcBef>
                  <a:spcPts val="675"/>
                </a:spcBef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Glendronach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21Y</a:t>
              </a:r>
              <a:endPara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latinLnBrk="1">
                <a:spcBef>
                  <a:spcPts val="675"/>
                </a:spcBef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Royal Brackla 21Y</a:t>
              </a:r>
              <a:endParaRPr lang="en-US" altLang="ko-KR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109,000</a:t>
              </a:r>
              <a:endPara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974D3B-2FD0-9477-6D73-FEFC24457915}"/>
                </a:ext>
              </a:extLst>
            </p:cNvPr>
            <p:cNvSpPr txBox="1"/>
            <p:nvPr/>
          </p:nvSpPr>
          <p:spPr bwMode="gray">
            <a:xfrm>
              <a:off x="-145140" y="8444364"/>
              <a:ext cx="6135757" cy="38035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sz="1999" b="1" spc="200" dirty="0">
                  <a:latin typeface="Times New Roman" panose="02020603050405020304" pitchFamily="18" charset="0"/>
                  <a:ea typeface="돋움" panose="020B0600000101010101" pitchFamily="50" charset="-127"/>
                  <a:cs typeface="Times New Roman" panose="02020603050405020304" pitchFamily="18" charset="0"/>
                </a:rPr>
                <a:t>Served in 20ml Tastings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BDF6FDB-652C-B05F-B3BF-31D4B6F96EFA}"/>
                </a:ext>
              </a:extLst>
            </p:cNvPr>
            <p:cNvSpPr txBox="1"/>
            <p:nvPr/>
          </p:nvSpPr>
          <p:spPr bwMode="gray">
            <a:xfrm>
              <a:off x="2906791" y="7288033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>
                <a:spcBef>
                  <a:spcPts val="675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Stagg</a:t>
              </a:r>
            </a:p>
            <a:p>
              <a:pPr algn="ctr" latinLnBrk="1">
                <a:spcBef>
                  <a:spcPts val="675"/>
                </a:spcBef>
              </a:pPr>
              <a:r>
                <a:rPr lang="en-US" altLang="ko-KR" sz="12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Wild Turkey 16Y Gold Foil</a:t>
              </a:r>
            </a:p>
            <a:p>
              <a:pPr marL="0" marR="0" indent="0" algn="ctr" rtl="0" eaLnBrk="1" fontAlgn="auto" latinLnBrk="1" hangingPunct="1">
                <a:spcBef>
                  <a:spcPts val="675"/>
                </a:spcBef>
              </a:pPr>
              <a:r>
                <a:rPr lang="en-US" altLang="ko-KR" sz="1200" b="0" i="0" u="none" strike="noStrike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Angel's Envy 10Y (CS)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100,</a:t>
              </a:r>
              <a:r>
                <a:rPr lang="ko-KR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</a:t>
              </a:r>
              <a:endPara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6B011A-5996-C5E2-06C4-CCA30E388C84}"/>
                </a:ext>
              </a:extLst>
            </p:cNvPr>
            <p:cNvSpPr txBox="1"/>
            <p:nvPr/>
          </p:nvSpPr>
          <p:spPr bwMode="gray">
            <a:xfrm>
              <a:off x="-16916" y="3536225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Hibiki Harmony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Yamazaki DR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Hakushu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DR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48,000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3219C3-8F9B-2AB2-C635-153D07C3CD3B}"/>
                </a:ext>
              </a:extLst>
            </p:cNvPr>
            <p:cNvSpPr txBox="1"/>
            <p:nvPr/>
          </p:nvSpPr>
          <p:spPr bwMode="gray">
            <a:xfrm>
              <a:off x="2836763" y="4827113"/>
              <a:ext cx="3059907" cy="13747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Kavalan </a:t>
              </a: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Solist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Mazanilla</a:t>
              </a:r>
              <a:endPara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Kavalan </a:t>
              </a: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Solist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Amontillado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Kavalan </a:t>
              </a: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Solist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Pedro Ximenez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116,000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endPara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301896-E242-600E-0333-7354DF311C6F}"/>
                </a:ext>
              </a:extLst>
            </p:cNvPr>
            <p:cNvSpPr txBox="1"/>
            <p:nvPr/>
          </p:nvSpPr>
          <p:spPr bwMode="gray">
            <a:xfrm>
              <a:off x="-16914" y="7288033"/>
              <a:ext cx="3059907" cy="11003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Octomore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16.1 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Octomore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16.2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Octomore</a:t>
              </a:r>
              <a:r>
                <a: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16.3</a:t>
              </a:r>
            </a:p>
            <a:p>
              <a:pPr algn="ctr" defTabSz="400023" latinLnBrk="1">
                <a:spcBef>
                  <a:spcPts val="675"/>
                </a:spcBef>
                <a:defRPr/>
              </a:pPr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102,000</a:t>
              </a:r>
              <a:endParaRPr lang="ko-KR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EE03F0-64BE-5F22-2262-F7FD2125D6C1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7" name="직선 연결선 10">
              <a:extLst>
                <a:ext uri="{FF2B5EF4-FFF2-40B4-BE49-F238E27FC236}">
                  <a16:creationId xmlns:a16="http://schemas.microsoft.com/office/drawing/2014/main" id="{39D9651D-7C5C-1E99-5F31-8D3D1251A6DB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12">
              <a:extLst>
                <a:ext uri="{FF2B5EF4-FFF2-40B4-BE49-F238E27FC236}">
                  <a16:creationId xmlns:a16="http://schemas.microsoft.com/office/drawing/2014/main" id="{45E726D0-E3DE-C08B-B5A4-1B97FBF6CE06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15C155A-8AD0-E998-2EF4-DEC954BED1A9}"/>
              </a:ext>
            </a:extLst>
          </p:cNvPr>
          <p:cNvSpPr txBox="1"/>
          <p:nvPr/>
        </p:nvSpPr>
        <p:spPr bwMode="gray">
          <a:xfrm>
            <a:off x="1102978" y="2245337"/>
            <a:ext cx="3059907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 ONE Tiger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 ONE Eagle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 ONE Unicorn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39,000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1AF3F-F2A3-4759-F659-D09A9709B147}"/>
              </a:ext>
            </a:extLst>
          </p:cNvPr>
          <p:cNvSpPr txBox="1"/>
          <p:nvPr/>
        </p:nvSpPr>
        <p:spPr bwMode="gray">
          <a:xfrm>
            <a:off x="4026685" y="6036727"/>
            <a:ext cx="3059907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Talisker 25Y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Bowmore 21Y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Ardbeg 19Y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104,000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97055-9225-C5CF-9D63-5F2BCAF0F7D9}"/>
              </a:ext>
            </a:extLst>
          </p:cNvPr>
          <p:cNvSpPr txBox="1"/>
          <p:nvPr/>
        </p:nvSpPr>
        <p:spPr bwMode="gray">
          <a:xfrm>
            <a:off x="1172567" y="4786476"/>
            <a:ext cx="3059907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Ryuka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(CS)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Fuji 17Y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Taketsuru</a:t>
            </a: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Pure Malt 17Y</a:t>
            </a:r>
          </a:p>
          <a:p>
            <a:pPr algn="ctr" defTabSz="400023" latinLnBrk="1">
              <a:spcBef>
                <a:spcPts val="675"/>
              </a:spcBef>
              <a:defRPr/>
            </a:pP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110,000</a:t>
            </a:r>
          </a:p>
        </p:txBody>
      </p:sp>
    </p:spTree>
    <p:extLst>
      <p:ext uri="{BB962C8B-B14F-4D97-AF65-F5344CB8AC3E}">
        <p14:creationId xmlns:p14="http://schemas.microsoft.com/office/powerpoint/2010/main" val="80632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8703940-3C29-1021-D57C-BF83545A5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538600"/>
              </p:ext>
            </p:extLst>
          </p:nvPr>
        </p:nvGraphicFramePr>
        <p:xfrm>
          <a:off x="4241480" y="1165380"/>
          <a:ext cx="2563076" cy="9421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986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787986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987104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1,040,000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033028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1,240,000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825263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290175"/>
                  </a:ext>
                </a:extLst>
              </a:tr>
              <a:tr h="40963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70629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0D0669C-00CF-B363-A660-65E528D6A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35964"/>
              </p:ext>
            </p:extLst>
          </p:nvPr>
        </p:nvGraphicFramePr>
        <p:xfrm>
          <a:off x="523542" y="1163408"/>
          <a:ext cx="2698785" cy="94236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8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12Y 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12Y Sherry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15Y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18Y Sherry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Macallan Maker's Edition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Glenfiddich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Glenfiddich 12Y Sherry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Glenfiddich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Glenfiddich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Glenfiddich 21Y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Glenlivet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Glenlivet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Glenlivet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Aberlour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20313497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Aberlour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14Y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Aberlour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Aberlour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Aberlour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A’bunadh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6904661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Mortlach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648308841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Mortlach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62451910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Glenrothes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59870330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Glenrothes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77033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952505-95F9-4EA2-8937-B5931C228A1A}"/>
              </a:ext>
            </a:extLst>
          </p:cNvPr>
          <p:cNvSpPr txBox="1"/>
          <p:nvPr/>
        </p:nvSpPr>
        <p:spPr bwMode="gray">
          <a:xfrm>
            <a:off x="397393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Speyside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CC69C-626E-351F-9B09-8394997C78A0}"/>
              </a:ext>
            </a:extLst>
          </p:cNvPr>
          <p:cNvSpPr txBox="1"/>
          <p:nvPr/>
        </p:nvSpPr>
        <p:spPr bwMode="gray">
          <a:xfrm>
            <a:off x="372053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CA63090-C70B-F3D1-F6F0-F1EC0AF94224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AE28AA8E-6289-0E6C-F195-66C8A0076ADD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29875EEA-C0B9-6A49-4854-C4EE1F2A5CB7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A7F477F-843C-74FA-1C8B-AAF928E83B56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E9506F8-63B3-86E6-D41B-263C72D95914}"/>
              </a:ext>
            </a:extLst>
          </p:cNvPr>
          <p:cNvGrpSpPr/>
          <p:nvPr/>
        </p:nvGrpSpPr>
        <p:grpSpPr>
          <a:xfrm>
            <a:off x="4101301" y="878649"/>
            <a:ext cx="2655454" cy="257369"/>
            <a:chOff x="3353935" y="979850"/>
            <a:chExt cx="2655454" cy="2573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68A4D0-D810-63E0-8A55-DC5EBE430CC5}"/>
                </a:ext>
              </a:extLst>
            </p:cNvPr>
            <p:cNvSpPr txBox="1"/>
            <p:nvPr/>
          </p:nvSpPr>
          <p:spPr bwMode="gray">
            <a:xfrm>
              <a:off x="51185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48C7616-AE18-F8C3-2AB6-EC2FCCF3F1DA}"/>
                </a:ext>
              </a:extLst>
            </p:cNvPr>
            <p:cNvSpPr txBox="1"/>
            <p:nvPr/>
          </p:nvSpPr>
          <p:spPr bwMode="gray">
            <a:xfrm>
              <a:off x="3353935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FF3F857-CEBD-E4E7-6D8A-AA56DEA254A4}"/>
                </a:ext>
              </a:extLst>
            </p:cNvPr>
            <p:cNvSpPr txBox="1"/>
            <p:nvPr/>
          </p:nvSpPr>
          <p:spPr bwMode="gray">
            <a:xfrm>
              <a:off x="4088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29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4BC2-731D-0417-BED7-ECC2157D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16FA714C-E81A-79EE-137F-AD8B1A5AA7C4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519A9-8CB0-8313-4290-BDFF839A93AF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57D67D-2B42-2C3F-99E2-E5F9A704C0AE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0E7B3F-BAF5-FFF1-1B53-9586049F85EA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FEFB80C-1EB3-50C6-E98C-D2F8B5442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540495"/>
              </p:ext>
            </p:extLst>
          </p:nvPr>
        </p:nvGraphicFramePr>
        <p:xfrm>
          <a:off x="4609605" y="1165379"/>
          <a:ext cx="2696231" cy="9421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8744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0932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6555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584827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53182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2675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29038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59908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581513"/>
                  </a:ext>
                </a:extLst>
              </a:tr>
              <a:tr h="39256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1600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82E924F-AFD7-A0A2-D358-1A124B9C3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373527"/>
              </p:ext>
            </p:extLst>
          </p:nvPr>
        </p:nvGraphicFramePr>
        <p:xfrm>
          <a:off x="1062050" y="1163408"/>
          <a:ext cx="3490515" cy="94236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051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12Y Double Wood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12Y American Oak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1588393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12Y Single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12Y 1931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47435232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14Y Caribbean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14Y The Week of Peat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15Y Madeira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16Y French Oak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17Y Double Wood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18Y PX Sherry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19Y The Week of Peat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Balvenie 21Y Port Wood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20313497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2008 15Y </a:t>
                      </a:r>
                      <a:r>
                        <a:rPr lang="en-US" altLang="ko-KR" sz="1488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Oloroso Hogsheads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44109407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GlenAllachie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2008 16Y </a:t>
                      </a:r>
                      <a:r>
                        <a:rPr lang="en-US" altLang="ko-KR" sz="1488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Oloroso  Puncheon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0284610"/>
                  </a:ext>
                </a:extLst>
              </a:tr>
              <a:tr h="435209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 Grant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278820358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 Grant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 Grant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6904661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GlenFarclas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12639067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GlenFarclas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71125894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GlenFarclas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105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274890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2BF641-8D52-802D-38DF-CF85EFDC2753}"/>
              </a:ext>
            </a:extLst>
          </p:cNvPr>
          <p:cNvSpPr txBox="1"/>
          <p:nvPr/>
        </p:nvSpPr>
        <p:spPr bwMode="gray">
          <a:xfrm>
            <a:off x="935902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Speyside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960F9-E237-48F6-2B45-FB07D22D9746}"/>
              </a:ext>
            </a:extLst>
          </p:cNvPr>
          <p:cNvSpPr txBox="1"/>
          <p:nvPr/>
        </p:nvSpPr>
        <p:spPr bwMode="gray">
          <a:xfrm>
            <a:off x="910562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3F5B800-7D41-684E-DD32-F7DDD49ACDD0}"/>
              </a:ext>
            </a:extLst>
          </p:cNvPr>
          <p:cNvCxnSpPr/>
          <p:nvPr/>
        </p:nvCxnSpPr>
        <p:spPr>
          <a:xfrm>
            <a:off x="-152586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0D2B1082-F409-6BD1-7C1A-0EE67B6213A8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3" name="직선 연결선 10">
              <a:extLst>
                <a:ext uri="{FF2B5EF4-FFF2-40B4-BE49-F238E27FC236}">
                  <a16:creationId xmlns:a16="http://schemas.microsoft.com/office/drawing/2014/main" id="{31ACF7B5-BCE2-8A26-A5C3-99D74320C04B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12">
              <a:extLst>
                <a:ext uri="{FF2B5EF4-FFF2-40B4-BE49-F238E27FC236}">
                  <a16:creationId xmlns:a16="http://schemas.microsoft.com/office/drawing/2014/main" id="{698A0214-289A-3DA5-E121-E8A0E1144AD5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220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6A3C-7B7E-2DF5-5756-6BCC75AE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08D7DB6-DCDA-3232-4422-E8CB5EB3E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48845"/>
              </p:ext>
            </p:extLst>
          </p:nvPr>
        </p:nvGraphicFramePr>
        <p:xfrm>
          <a:off x="3934101" y="1165379"/>
          <a:ext cx="2876115" cy="942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705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61040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956370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66,000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680,000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2,420,000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22353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3675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77394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97640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41166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2,150,000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51452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2566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20860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47488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1AB8E74-AAC8-04EA-9395-573FAE671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71618"/>
              </p:ext>
            </p:extLst>
          </p:nvPr>
        </p:nvGraphicFramePr>
        <p:xfrm>
          <a:off x="513039" y="1163407"/>
          <a:ext cx="2698785" cy="942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8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Cragganmore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Singleton Dufftown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Singleton Dufftown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Singleton Dufftown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Benromach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Benromach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Benromach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21Y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Tamdhu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Tamdhu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Tamdhu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Aultmore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Royal Brackla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Royal Brackla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2031349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Royal Brackla 21Y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0693225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Royal Brackla 25Y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6904661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Aberfeldy 16Y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1263906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Glengoyne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9947232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Glengoyne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967057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Glengoyne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409543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Glengoyne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9591193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Glengoyne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24615541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Dalwhinnie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484702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Oban 14Y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19832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8F86E4-533C-7A79-C8CD-6A3D8948195B}"/>
              </a:ext>
            </a:extLst>
          </p:cNvPr>
          <p:cNvSpPr txBox="1"/>
          <p:nvPr/>
        </p:nvSpPr>
        <p:spPr bwMode="gray">
          <a:xfrm>
            <a:off x="386890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Speyside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763F6-FC85-E4F4-A3B0-A938E754EF28}"/>
              </a:ext>
            </a:extLst>
          </p:cNvPr>
          <p:cNvSpPr txBox="1"/>
          <p:nvPr/>
        </p:nvSpPr>
        <p:spPr bwMode="gray">
          <a:xfrm>
            <a:off x="361550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0391B22-920E-B979-E2DE-2E7C597BE787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B254ACDD-5CD2-AFC8-6F9C-ADD1F6C69D44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3F5BDB05-E575-A839-1732-4DC2C9CA07A6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EA656609-1BC2-29EF-C622-AC06694C039A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854476-150F-82B6-7893-6148CE7D50DC}"/>
              </a:ext>
            </a:extLst>
          </p:cNvPr>
          <p:cNvGrpSpPr/>
          <p:nvPr/>
        </p:nvGrpSpPr>
        <p:grpSpPr>
          <a:xfrm>
            <a:off x="3887550" y="878649"/>
            <a:ext cx="2857330" cy="257369"/>
            <a:chOff x="3211434" y="979850"/>
            <a:chExt cx="2857330" cy="2573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D56D79-0F5E-8B06-DF68-83E4484FC24C}"/>
                </a:ext>
              </a:extLst>
            </p:cNvPr>
            <p:cNvSpPr txBox="1"/>
            <p:nvPr/>
          </p:nvSpPr>
          <p:spPr bwMode="gray">
            <a:xfrm>
              <a:off x="5177913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96438E-CC70-0FE1-601B-29C171C4A8F4}"/>
                </a:ext>
              </a:extLst>
            </p:cNvPr>
            <p:cNvSpPr txBox="1"/>
            <p:nvPr/>
          </p:nvSpPr>
          <p:spPr bwMode="gray">
            <a:xfrm>
              <a:off x="3211434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2CAAE5-1CF4-0F9A-8F79-4D6B5C7B658E}"/>
                </a:ext>
              </a:extLst>
            </p:cNvPr>
            <p:cNvSpPr txBox="1"/>
            <p:nvPr/>
          </p:nvSpPr>
          <p:spPr bwMode="gray">
            <a:xfrm>
              <a:off x="4088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0741486-B94E-B108-5AD5-EEED38ACB682}"/>
              </a:ext>
            </a:extLst>
          </p:cNvPr>
          <p:cNvSpPr txBox="1"/>
          <p:nvPr/>
        </p:nvSpPr>
        <p:spPr bwMode="gray">
          <a:xfrm>
            <a:off x="386890" y="552552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01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0077-2B65-CDC4-74E5-5E7DB4D1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11DEB4A-326F-F40B-0C78-4554ED2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16541"/>
              </p:ext>
            </p:extLst>
          </p:nvPr>
        </p:nvGraphicFramePr>
        <p:xfrm>
          <a:off x="4597732" y="1165380"/>
          <a:ext cx="2724439" cy="942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8146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10358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905935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20462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43,000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830,000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1,110,000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3,800,000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64633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5265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8204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1,040,000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7832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2092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72975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4FE6E9F-D63A-31B5-6ADA-4C2B84EEC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89311"/>
              </p:ext>
            </p:extLst>
          </p:nvPr>
        </p:nvGraphicFramePr>
        <p:xfrm>
          <a:off x="1054820" y="1163407"/>
          <a:ext cx="2965417" cy="942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17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14Y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Boynsmill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House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7676976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21Y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30Y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60727203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Ode to the Valley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Ode to the Ember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Glendronach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Ode to the Dark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12Y Original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14Y Quinta Ruban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56623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15Y Lasanta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15Y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Cadboll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Estate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16Y Nectar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Signet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Glenmorangie Signet Reserve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6363327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6904661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Port Wood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027680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Cigar Malt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76127889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Dalmore King Alexander III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646817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9EAC10-1730-C950-85B5-E34D7700228E}"/>
              </a:ext>
            </a:extLst>
          </p:cNvPr>
          <p:cNvSpPr txBox="1"/>
          <p:nvPr/>
        </p:nvSpPr>
        <p:spPr bwMode="gray">
          <a:xfrm>
            <a:off x="928671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E6F12-B2FC-D4D1-6670-6BAD0BC17335}"/>
              </a:ext>
            </a:extLst>
          </p:cNvPr>
          <p:cNvSpPr txBox="1"/>
          <p:nvPr/>
        </p:nvSpPr>
        <p:spPr bwMode="gray">
          <a:xfrm>
            <a:off x="903331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A0304C7-A2AF-6829-7075-586845D0F5DA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C1DA62-124D-D42B-A261-3FDB82CC29E1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4" name="직선 연결선 10">
              <a:extLst>
                <a:ext uri="{FF2B5EF4-FFF2-40B4-BE49-F238E27FC236}">
                  <a16:creationId xmlns:a16="http://schemas.microsoft.com/office/drawing/2014/main" id="{AA40CDE6-2DDB-6461-518F-F8C600401577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2">
              <a:extLst>
                <a:ext uri="{FF2B5EF4-FFF2-40B4-BE49-F238E27FC236}">
                  <a16:creationId xmlns:a16="http://schemas.microsoft.com/office/drawing/2014/main" id="{BC1404E5-000A-0EBB-4CF9-999E39A5244C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75707CE-4488-7002-5999-75749DB6610F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74001F-A201-4986-EA55-EAEE623BC694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846540E-A5FA-1232-DD21-56F449F2D663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CE4C21-2B41-DD95-504D-BB7D575D08D7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9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4523-FEB8-1118-E08D-E7F6458C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1CD53EC-1FC4-4FFF-6990-778B392EF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27349"/>
              </p:ext>
            </p:extLst>
          </p:nvPr>
        </p:nvGraphicFramePr>
        <p:xfrm>
          <a:off x="4072226" y="1109135"/>
          <a:ext cx="2688371" cy="9477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6124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98306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3941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083882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564873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586043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868874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149420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1,350,000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94385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81121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055211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415287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1,110,000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451329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61634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8B8F1F-FA86-11D2-57F9-365517C30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273430"/>
              </p:ext>
            </p:extLst>
          </p:nvPr>
        </p:nvGraphicFramePr>
        <p:xfrm>
          <a:off x="513039" y="1147075"/>
          <a:ext cx="3130457" cy="9439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457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10Y  Oloroso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  PX Sherry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 (CS) Korea Limited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 (CS) </a:t>
                      </a:r>
                      <a:r>
                        <a:rPr lang="en-US" altLang="ko-KR" sz="1488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Korea Exclusive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11Y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Lagrein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 Caledonia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710319509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Edradour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13Y Sauternes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351805160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36111599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Glenkinchie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418990537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21210566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Talisker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64164013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Talisker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Talisker 25Y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47883037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12Y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709663597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15Y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698612716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306121426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(CS)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Seoul Edition 2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22316045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Highland Park Seoul Edition 3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4952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9608242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36144F-E431-F6C6-7C52-F9726AC8C747}"/>
              </a:ext>
            </a:extLst>
          </p:cNvPr>
          <p:cNvSpPr txBox="1"/>
          <p:nvPr/>
        </p:nvSpPr>
        <p:spPr bwMode="gray">
          <a:xfrm>
            <a:off x="386891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32969-8451-F794-EF2A-8F0D5B8F3BA8}"/>
              </a:ext>
            </a:extLst>
          </p:cNvPr>
          <p:cNvSpPr txBox="1"/>
          <p:nvPr/>
        </p:nvSpPr>
        <p:spPr bwMode="gray">
          <a:xfrm>
            <a:off x="361551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6AA3536-E3FC-4786-CC3B-7F6FACA5830B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7EA1C8-D37E-9486-32A6-528A06FBAFA6}"/>
              </a:ext>
            </a:extLst>
          </p:cNvPr>
          <p:cNvSpPr txBox="1"/>
          <p:nvPr/>
        </p:nvSpPr>
        <p:spPr bwMode="gray">
          <a:xfrm>
            <a:off x="386891" y="5651711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Island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B22412E-B3E4-A48C-B1AB-EDAEAC6D60DD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13" name="직선 연결선 10">
              <a:extLst>
                <a:ext uri="{FF2B5EF4-FFF2-40B4-BE49-F238E27FC236}">
                  <a16:creationId xmlns:a16="http://schemas.microsoft.com/office/drawing/2014/main" id="{994CD113-F395-76C2-F7DC-41DACCA2394A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46AB35E9-C8EA-396E-ABC1-26C1DE719F49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5838EAD-3E2C-1879-BAF2-96FE8780498B}"/>
              </a:ext>
            </a:extLst>
          </p:cNvPr>
          <p:cNvGrpSpPr/>
          <p:nvPr/>
        </p:nvGrpSpPr>
        <p:grpSpPr>
          <a:xfrm>
            <a:off x="4006303" y="878649"/>
            <a:ext cx="2750455" cy="257369"/>
            <a:chOff x="3247059" y="979850"/>
            <a:chExt cx="2750455" cy="257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1A7BEF-D2E0-5DD2-BF35-4500F06EB892}"/>
                </a:ext>
              </a:extLst>
            </p:cNvPr>
            <p:cNvSpPr txBox="1"/>
            <p:nvPr/>
          </p:nvSpPr>
          <p:spPr bwMode="gray">
            <a:xfrm>
              <a:off x="5106663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33D9B3E-57ED-6047-05AA-563470604E0B}"/>
                </a:ext>
              </a:extLst>
            </p:cNvPr>
            <p:cNvSpPr txBox="1"/>
            <p:nvPr/>
          </p:nvSpPr>
          <p:spPr bwMode="gray">
            <a:xfrm>
              <a:off x="3247059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6A1582-590B-184D-60B5-B03E1440D7CF}"/>
                </a:ext>
              </a:extLst>
            </p:cNvPr>
            <p:cNvSpPr txBox="1"/>
            <p:nvPr/>
          </p:nvSpPr>
          <p:spPr bwMode="gray">
            <a:xfrm>
              <a:off x="4088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75FEB6-169A-1F70-E446-7AE4D840C7C4}"/>
              </a:ext>
            </a:extLst>
          </p:cNvPr>
          <p:cNvSpPr txBox="1"/>
          <p:nvPr/>
        </p:nvSpPr>
        <p:spPr bwMode="gray">
          <a:xfrm>
            <a:off x="361551" y="479834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Lowland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5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953BF-9EEC-DA1D-6995-43F4B213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0E3770C-E885-AB37-72B3-E469CC6C4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04929"/>
              </p:ext>
            </p:extLst>
          </p:nvPr>
        </p:nvGraphicFramePr>
        <p:xfrm>
          <a:off x="4552570" y="1165379"/>
          <a:ext cx="2714070" cy="942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4690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902487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0039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kumimoji="0" lang="en-US" altLang="ko-KR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kumimoji="0" lang="en-US" altLang="ko-KR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52284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64890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44227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3823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67184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ABC5566-3DED-D425-C7AF-F2C2F0BAC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808492"/>
              </p:ext>
            </p:extLst>
          </p:nvPr>
        </p:nvGraphicFramePr>
        <p:xfrm>
          <a:off x="1061447" y="1163407"/>
          <a:ext cx="3023260" cy="942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260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17Y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8319240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Quarter Cask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Sauternes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Port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Amarone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6748123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Sherry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Machrie Moor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Arran Machrie Moor (CS)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Bowmore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Bowmore 15Y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Bowmore 18Y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Bowmore 21Y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Caol Ila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Lagavulin 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1763237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Lagavulin 11Y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64250685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Lagavulin 16Y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Laphroaig 10Y 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Laphroaig 10Y Sherry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Laphroaig 10Y (CS) 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2031349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Laphroaig 14Y Willem Dafoe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5992314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Laphroaig 15Y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7899076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Laphroaig  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Quarter Cask</a:t>
                      </a:r>
                      <a:endParaRPr lang="ko-KR" altLang="en-US" sz="1350" kern="120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5F89D3-09D8-B298-27C2-97F3ABB82EFD}"/>
              </a:ext>
            </a:extLst>
          </p:cNvPr>
          <p:cNvSpPr txBox="1"/>
          <p:nvPr/>
        </p:nvSpPr>
        <p:spPr bwMode="gray">
          <a:xfrm>
            <a:off x="935298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CBB2A-0535-E7FB-F8BC-64AED135488D}"/>
              </a:ext>
            </a:extLst>
          </p:cNvPr>
          <p:cNvSpPr txBox="1"/>
          <p:nvPr/>
        </p:nvSpPr>
        <p:spPr bwMode="gray">
          <a:xfrm>
            <a:off x="909958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4CBD74D-C857-F0CE-AB90-23A17CB6910B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6B2998A-ABE6-3744-A67F-379416974814}"/>
              </a:ext>
            </a:extLst>
          </p:cNvPr>
          <p:cNvSpPr txBox="1"/>
          <p:nvPr/>
        </p:nvSpPr>
        <p:spPr bwMode="gray">
          <a:xfrm>
            <a:off x="885449" y="4703815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Islay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4216B2-861C-D6DE-AFE6-91CBFA50728A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5" name="직선 연결선 10">
              <a:extLst>
                <a:ext uri="{FF2B5EF4-FFF2-40B4-BE49-F238E27FC236}">
                  <a16:creationId xmlns:a16="http://schemas.microsoft.com/office/drawing/2014/main" id="{B6B6E5D6-D55B-2AAE-2190-F81956F9A5D1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2">
              <a:extLst>
                <a:ext uri="{FF2B5EF4-FFF2-40B4-BE49-F238E27FC236}">
                  <a16:creationId xmlns:a16="http://schemas.microsoft.com/office/drawing/2014/main" id="{269695F7-6135-308A-CF27-41BEA7159891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F913ECB-A407-058C-0C1B-1436E8BF5B4E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1B5E3A-B045-3D58-0E03-9C8BD42A44B4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FBC589-34F5-9852-6547-C2B57AB3F145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050291-E674-C865-6189-11F747FF2E4E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806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F572-40DB-8966-FE02-E7472284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D7EB61-F2C2-73DE-D470-645634E36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953933"/>
              </p:ext>
            </p:extLst>
          </p:nvPr>
        </p:nvGraphicFramePr>
        <p:xfrm>
          <a:off x="4195355" y="1165378"/>
          <a:ext cx="2529615" cy="9421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205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45259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41151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504180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36570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04916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79436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51632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876972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97140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5A42205-B081-CB1B-BC89-BE70FF88E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452245"/>
              </p:ext>
            </p:extLst>
          </p:nvPr>
        </p:nvGraphicFramePr>
        <p:xfrm>
          <a:off x="524913" y="1163407"/>
          <a:ext cx="2952578" cy="9423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578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5Y Wee Beastie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598118365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950770187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An Oa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54095238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Uigeadail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Corryvreckan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Ardbeg 19Y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Bunnahabhain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Bunnahabhain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Bruichladdich The Classic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Laddie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Bruichladdich Organic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Bruichladdich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Barley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 Charlotte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27053182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 Charlotte Islay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 Charlotte PMC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2364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Octomore 16.1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20313497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Octomore 16.2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Octomore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16.3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Bunnahabhain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884994475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Bunnahabhain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Machir Bay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78087789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Sanaig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908992498"/>
                  </a:ext>
                </a:extLst>
              </a:tr>
              <a:tr h="428571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Loch Gorm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43694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356A07-91D1-FAB5-4011-76ACDB5D6538}"/>
              </a:ext>
            </a:extLst>
          </p:cNvPr>
          <p:cNvSpPr txBox="1"/>
          <p:nvPr/>
        </p:nvSpPr>
        <p:spPr bwMode="gray">
          <a:xfrm>
            <a:off x="398764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6E065B-979D-EBB5-3AE3-694170446932}"/>
              </a:ext>
            </a:extLst>
          </p:cNvPr>
          <p:cNvSpPr txBox="1"/>
          <p:nvPr/>
        </p:nvSpPr>
        <p:spPr bwMode="gray">
          <a:xfrm>
            <a:off x="373424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E3919F7-F69C-FDB0-51BD-03D38E447847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7CF4CE02-16D5-8940-2195-FC10FE9270CA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B5F1BA57-3307-1845-CC55-FF3F09491B4A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3F7BE18-0403-82D3-F0F1-655C8419BF1C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B48F63F-86F0-4495-81EF-8D820A699FE1}"/>
              </a:ext>
            </a:extLst>
          </p:cNvPr>
          <p:cNvGrpSpPr/>
          <p:nvPr/>
        </p:nvGrpSpPr>
        <p:grpSpPr>
          <a:xfrm>
            <a:off x="3994427" y="878649"/>
            <a:ext cx="2750455" cy="257369"/>
            <a:chOff x="3247059" y="979850"/>
            <a:chExt cx="2750455" cy="2573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9791A9-AD12-6C2F-8C57-F49B24F54D39}"/>
                </a:ext>
              </a:extLst>
            </p:cNvPr>
            <p:cNvSpPr txBox="1"/>
            <p:nvPr/>
          </p:nvSpPr>
          <p:spPr bwMode="gray">
            <a:xfrm>
              <a:off x="5106663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E99666-3754-81A9-91F1-48B94F48A01D}"/>
                </a:ext>
              </a:extLst>
            </p:cNvPr>
            <p:cNvSpPr txBox="1"/>
            <p:nvPr/>
          </p:nvSpPr>
          <p:spPr bwMode="gray">
            <a:xfrm>
              <a:off x="3247059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7B0650-A863-84D1-37F1-B6D56A5303B5}"/>
                </a:ext>
              </a:extLst>
            </p:cNvPr>
            <p:cNvSpPr txBox="1"/>
            <p:nvPr/>
          </p:nvSpPr>
          <p:spPr bwMode="gray">
            <a:xfrm>
              <a:off x="4088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967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1F0B3-BCA4-793C-6C6E-6F98FAA4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8C16BC0-9C07-A654-BCF7-3267B402F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556604"/>
              </p:ext>
            </p:extLst>
          </p:nvPr>
        </p:nvGraphicFramePr>
        <p:xfrm>
          <a:off x="4771904" y="1165378"/>
          <a:ext cx="2473948" cy="9421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649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26658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22641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835433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866541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045517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482653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246144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265255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280095C-37F6-1C49-796C-1C8B16F67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3558"/>
              </p:ext>
            </p:extLst>
          </p:nvPr>
        </p:nvGraphicFramePr>
        <p:xfrm>
          <a:off x="1061446" y="1163407"/>
          <a:ext cx="2965420" cy="942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20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100% Islay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Maury</a:t>
                      </a:r>
                      <a:endParaRPr lang="fr-FR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Sauternes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Cognac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11Y Sherry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13Y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Kilchoman 15Y 100% Islay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Springbank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46897762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Springbank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 (CS)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Springbank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Springbank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09767502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Hazelburn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8Y Oloroso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69872863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Hazelburn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87747294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Longrow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Peated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Longrow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Peated</a:t>
                      </a:r>
                      <a:r>
                        <a:rPr lang="ko-KR" altLang="en-US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 Proof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Kilkerran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18594391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Kilkerran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16Y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6825434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Kilkerran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Heavily Peated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32551008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6904661"/>
                  </a:ext>
                </a:extLst>
              </a:tr>
              <a:tr h="43304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Jameson Black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64707578"/>
                  </a:ext>
                </a:extLst>
              </a:tr>
              <a:tr h="329795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Teeling Small Batch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617688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A924FB-B1AA-8C80-FF80-1094CCF99F4D}"/>
              </a:ext>
            </a:extLst>
          </p:cNvPr>
          <p:cNvSpPr txBox="1"/>
          <p:nvPr/>
        </p:nvSpPr>
        <p:spPr bwMode="gray">
          <a:xfrm>
            <a:off x="935297" y="78675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B5D334-68AA-964F-4FFD-7CA7544D7EC5}"/>
              </a:ext>
            </a:extLst>
          </p:cNvPr>
          <p:cNvSpPr txBox="1"/>
          <p:nvPr/>
        </p:nvSpPr>
        <p:spPr bwMode="gray">
          <a:xfrm>
            <a:off x="909957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368C51F-96C9-3065-DDBA-1C2DCE53DFCE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DD419DD-700E-24E6-C0B9-664C9CEA431B}"/>
              </a:ext>
            </a:extLst>
          </p:cNvPr>
          <p:cNvSpPr txBox="1"/>
          <p:nvPr/>
        </p:nvSpPr>
        <p:spPr bwMode="gray">
          <a:xfrm>
            <a:off x="909957" y="4292718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Campbeltown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9BEE164-D86C-B1E8-D075-602963496A9D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4" name="직선 연결선 10">
              <a:extLst>
                <a:ext uri="{FF2B5EF4-FFF2-40B4-BE49-F238E27FC236}">
                  <a16:creationId xmlns:a16="http://schemas.microsoft.com/office/drawing/2014/main" id="{2045D9D8-CB81-667B-0E64-277EB219AF9C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2">
              <a:extLst>
                <a:ext uri="{FF2B5EF4-FFF2-40B4-BE49-F238E27FC236}">
                  <a16:creationId xmlns:a16="http://schemas.microsoft.com/office/drawing/2014/main" id="{F8E3EFCF-88A4-C3FD-43AA-43718F4F3E55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06EF305-B639-2736-0364-7F6AEB7C0396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A35704-D0A0-3AC5-5B8A-961805FFA065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ADEF958-C5B7-CB4A-E53F-066D2D86CD2F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8C2981-5359-6C13-8597-E3B72B976E3C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3B5D97-6D15-9449-0626-800FE9A7FA2C}"/>
              </a:ext>
            </a:extLst>
          </p:cNvPr>
          <p:cNvSpPr txBox="1"/>
          <p:nvPr/>
        </p:nvSpPr>
        <p:spPr bwMode="gray">
          <a:xfrm>
            <a:off x="945812" y="9461505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19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FFF0-A8A7-E193-D7E6-8EB07B79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F8E80E6-870E-5CD9-8CA8-0E1FFDD24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48942"/>
              </p:ext>
            </p:extLst>
          </p:nvPr>
        </p:nvGraphicFramePr>
        <p:xfrm>
          <a:off x="4141231" y="1051078"/>
          <a:ext cx="2536236" cy="9535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412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47471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43353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294058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936012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243421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50200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93855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178817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86980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632033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416729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227341"/>
                  </a:ext>
                </a:extLst>
              </a:tr>
              <a:tr h="414607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728055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05BA1B2-4489-B499-985E-EFC5B8579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668211"/>
              </p:ext>
            </p:extLst>
          </p:nvPr>
        </p:nvGraphicFramePr>
        <p:xfrm>
          <a:off x="494542" y="1049107"/>
          <a:ext cx="3124184" cy="9537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184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Tiger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Tiger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Eagle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Eagle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KI ONE Unicorn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</a:t>
                      </a: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Signature</a:t>
                      </a:r>
                      <a:endParaRPr kumimoji="0" lang="en-US" altLang="ko-KR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New Oak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Pedro Ximenez (CS)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</a:t>
                      </a:r>
                      <a:r>
                        <a:rPr lang="en-US" altLang="ko-KR" sz="1488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Hypebeans Coffee Cask (CS)</a:t>
                      </a:r>
                      <a:endParaRPr lang="en-US" altLang="ko-KR" sz="13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Hawaiian (CS)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6335481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Bar &amp; Spirits Show 2026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310429116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Distillery Edition Batch 1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915173907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4 Peated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4 Smoked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93458229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5 Port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717493661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5 Port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44322636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6 Pedro Ximenez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24100493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6 Pedro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Ximenez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7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039461739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ONE  Batch 8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607117041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KimChangSoo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KIMPO 2025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52794937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KimChangSoo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KIMPO 2026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11076262"/>
                  </a:ext>
                </a:extLst>
              </a:tr>
              <a:tr h="414693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KimChangSoo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Bar Release 2026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1673471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FFB0B1F-26B4-87CF-1363-843E802ADD36}"/>
              </a:ext>
            </a:extLst>
          </p:cNvPr>
          <p:cNvSpPr txBox="1"/>
          <p:nvPr/>
        </p:nvSpPr>
        <p:spPr bwMode="gray">
          <a:xfrm>
            <a:off x="343055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F6330C4-8ED7-4F14-5F13-0667C661C376}"/>
              </a:ext>
            </a:extLst>
          </p:cNvPr>
          <p:cNvCxnSpPr/>
          <p:nvPr/>
        </p:nvCxnSpPr>
        <p:spPr>
          <a:xfrm>
            <a:off x="-1519518" y="18863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5F8B3BA-5697-A5F0-CE95-D18B7D51FEC7}"/>
              </a:ext>
            </a:extLst>
          </p:cNvPr>
          <p:cNvSpPr txBox="1"/>
          <p:nvPr/>
        </p:nvSpPr>
        <p:spPr bwMode="gray">
          <a:xfrm>
            <a:off x="343055" y="722816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Korean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64A7C4-1DD5-32E7-426B-379BB82B993A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13" name="직선 연결선 10">
              <a:extLst>
                <a:ext uri="{FF2B5EF4-FFF2-40B4-BE49-F238E27FC236}">
                  <a16:creationId xmlns:a16="http://schemas.microsoft.com/office/drawing/2014/main" id="{146FAE75-4DEA-1B5B-3DC2-E668F05AC5F7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2CBDBA0D-6184-1744-548A-4733BDF5E5FC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9053CEC-264C-8C39-3BB0-43B3F53D7036}"/>
              </a:ext>
            </a:extLst>
          </p:cNvPr>
          <p:cNvGrpSpPr/>
          <p:nvPr/>
        </p:nvGrpSpPr>
        <p:grpSpPr>
          <a:xfrm>
            <a:off x="4053797" y="815149"/>
            <a:ext cx="2619830" cy="257369"/>
            <a:chOff x="3247059" y="979850"/>
            <a:chExt cx="2619830" cy="257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3A9916-E8A3-6288-145F-773E0BEE6A58}"/>
                </a:ext>
              </a:extLst>
            </p:cNvPr>
            <p:cNvSpPr txBox="1"/>
            <p:nvPr/>
          </p:nvSpPr>
          <p:spPr bwMode="gray">
            <a:xfrm>
              <a:off x="497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BBF481-F1FA-5D44-02BD-842DD172CFF9}"/>
                </a:ext>
              </a:extLst>
            </p:cNvPr>
            <p:cNvSpPr txBox="1"/>
            <p:nvPr/>
          </p:nvSpPr>
          <p:spPr bwMode="gray">
            <a:xfrm>
              <a:off x="3247059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C60C11-033C-EA04-4851-66CCC0EE1C22}"/>
                </a:ext>
              </a:extLst>
            </p:cNvPr>
            <p:cNvSpPr txBox="1"/>
            <p:nvPr/>
          </p:nvSpPr>
          <p:spPr bwMode="gray">
            <a:xfrm>
              <a:off x="3993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061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89AE-20D2-DF60-2BAB-A11FAB6E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4E7EEF-3EA7-92D9-3123-36B7C563D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748247"/>
              </p:ext>
            </p:extLst>
          </p:nvPr>
        </p:nvGraphicFramePr>
        <p:xfrm>
          <a:off x="4625442" y="1163408"/>
          <a:ext cx="2696731" cy="94236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8910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6721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5229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86691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064342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1,680,000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06229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0732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561407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82811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2,100,000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2023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9733605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1,800,000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1,800,000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983186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03044"/>
                  </a:ext>
                </a:extLst>
              </a:tr>
              <a:tr h="409724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52359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1977BFD-3FBA-940E-6A26-9C6A3B322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41692"/>
              </p:ext>
            </p:extLst>
          </p:nvPr>
        </p:nvGraphicFramePr>
        <p:xfrm>
          <a:off x="1085196" y="1163408"/>
          <a:ext cx="2800018" cy="94236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018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Ryuka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2026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68073555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Fuji Single Blended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6099953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Fuji Single Grain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67117241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Fuji Single Malt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Fuji 17Y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86658837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Chita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Hibiki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Harmony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03569893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Hibiki Blender's Choice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Hibiki Master’s Select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20129138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Hibiki 21Y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Hakushu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DR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Hakushu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Bitter Sweet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9313054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Hakushu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Kogei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283206476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Hakushu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12Y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Hakushu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712751"/>
                  </a:ext>
                </a:extLst>
              </a:tr>
              <a:tr h="491250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Yamazaki DR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20816766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Yamazaki Smoky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Yamazaki Kogei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Yamazaki 12Y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50626909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Yamazaki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74514040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Kanosuke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Single Malt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42029159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Kanosuke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Hioki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Pot Still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913481257"/>
                  </a:ext>
                </a:extLst>
              </a:tr>
              <a:tr h="40601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Kanosuke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Double Distillery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3168814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CE9B8A-77A1-DB1E-9805-B61BE732EA9F}"/>
              </a:ext>
            </a:extLst>
          </p:cNvPr>
          <p:cNvSpPr txBox="1"/>
          <p:nvPr/>
        </p:nvSpPr>
        <p:spPr bwMode="gray">
          <a:xfrm>
            <a:off x="933707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EE7DF05-A449-6226-AFCE-28A871D2A866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75353A-2DA0-F457-C969-CF9A87723D2C}"/>
              </a:ext>
            </a:extLst>
          </p:cNvPr>
          <p:cNvSpPr txBox="1"/>
          <p:nvPr/>
        </p:nvSpPr>
        <p:spPr bwMode="gray">
          <a:xfrm>
            <a:off x="933707" y="786316"/>
            <a:ext cx="150101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B96CF2A-9D10-C882-F5D7-E4DEDA4037B2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5" name="직선 연결선 10">
              <a:extLst>
                <a:ext uri="{FF2B5EF4-FFF2-40B4-BE49-F238E27FC236}">
                  <a16:creationId xmlns:a16="http://schemas.microsoft.com/office/drawing/2014/main" id="{C6D21D02-4EAE-0D60-B72F-A473C3811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2">
              <a:extLst>
                <a:ext uri="{FF2B5EF4-FFF2-40B4-BE49-F238E27FC236}">
                  <a16:creationId xmlns:a16="http://schemas.microsoft.com/office/drawing/2014/main" id="{4A02D290-3794-6AB4-2FBA-90E791BA0706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A5DD766-56BA-82BA-900E-DFC3D93339C8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7503956-267F-88DB-A26C-BD654D1ABFFB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6B0856-9257-403A-46A8-EF84E652C308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6B4450-9DFA-C1A9-C7CB-C7BA44FFD576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21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153-B174-F5F2-016A-5BEF1B6D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8641FF4-D6C9-D2C8-608B-634F940AD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833068"/>
              </p:ext>
            </p:extLst>
          </p:nvPr>
        </p:nvGraphicFramePr>
        <p:xfrm>
          <a:off x="4195359" y="1165378"/>
          <a:ext cx="2529614" cy="9419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205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45258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41151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77320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507637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840758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730441"/>
                  </a:ext>
                </a:extLst>
              </a:tr>
              <a:tr h="42816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86383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D165EF9-1771-D221-C70F-3B3A0AF77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39644"/>
              </p:ext>
            </p:extLst>
          </p:nvPr>
        </p:nvGraphicFramePr>
        <p:xfrm>
          <a:off x="513041" y="1163406"/>
          <a:ext cx="2698785" cy="9421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8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Miyagikyo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487473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Miyagikyo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Grande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Miyagikyo</a:t>
                      </a:r>
                      <a:r>
                        <a:rPr lang="ko-KR" altLang="en-US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Yoichi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Yoichi</a:t>
                      </a:r>
                      <a:r>
                        <a:rPr lang="ko-KR" altLang="en-US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Grande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70766956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Yoichi 10Y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Taketsuru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Pure Malt 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Taketsuru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Pure Malt Grande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Taketsuru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Pure Malt 17Y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037772841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86017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Bourbon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22667604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Port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Oloroso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Vinho Barrique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Fino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Moscatel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Manzanilla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712751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Amontillado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Kavalan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Pedro Ximenez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25467838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Paul John Classic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031981075"/>
                  </a:ext>
                </a:extLst>
              </a:tr>
              <a:tr h="428258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Paul John Peated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05389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026106-08F7-9D02-4F73-5097C0D42491}"/>
              </a:ext>
            </a:extLst>
          </p:cNvPr>
          <p:cNvSpPr txBox="1"/>
          <p:nvPr/>
        </p:nvSpPr>
        <p:spPr bwMode="gray">
          <a:xfrm>
            <a:off x="386891" y="786759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Japanese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F51A51-E618-18E8-E00B-23BFD3F0B0B0}"/>
              </a:ext>
            </a:extLst>
          </p:cNvPr>
          <p:cNvSpPr txBox="1"/>
          <p:nvPr/>
        </p:nvSpPr>
        <p:spPr bwMode="gray">
          <a:xfrm>
            <a:off x="361552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A0488BC-3A4B-724C-A3D9-D04AB2346E29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1790497-F510-E6CC-94A6-E274185747CE}"/>
              </a:ext>
            </a:extLst>
          </p:cNvPr>
          <p:cNvSpPr txBox="1"/>
          <p:nvPr/>
        </p:nvSpPr>
        <p:spPr bwMode="gray">
          <a:xfrm>
            <a:off x="451196" y="5050179"/>
            <a:ext cx="117662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Taiwanese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24AE9F-717C-FF6A-9BA3-684B9A6753CE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A1123B48-F15D-FF1D-9B39-5DB687F50B49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1FAD073-7884-E66B-0D8E-E6A84835F882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6FE9DA1-1A53-3511-CADA-566830C38D12}"/>
              </a:ext>
            </a:extLst>
          </p:cNvPr>
          <p:cNvGrpSpPr/>
          <p:nvPr/>
        </p:nvGrpSpPr>
        <p:grpSpPr>
          <a:xfrm>
            <a:off x="4113178" y="878649"/>
            <a:ext cx="2619830" cy="257369"/>
            <a:chOff x="3247059" y="979850"/>
            <a:chExt cx="2619830" cy="25737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0581F6-741A-1240-04AA-C7BD0902D752}"/>
                </a:ext>
              </a:extLst>
            </p:cNvPr>
            <p:cNvSpPr txBox="1"/>
            <p:nvPr/>
          </p:nvSpPr>
          <p:spPr bwMode="gray">
            <a:xfrm>
              <a:off x="497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F9401C-FAC4-A95C-8879-D293288AA950}"/>
                </a:ext>
              </a:extLst>
            </p:cNvPr>
            <p:cNvSpPr txBox="1"/>
            <p:nvPr/>
          </p:nvSpPr>
          <p:spPr bwMode="gray">
            <a:xfrm>
              <a:off x="3247059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B13606-5BA0-27A4-D764-D1B69F93BA7A}"/>
                </a:ext>
              </a:extLst>
            </p:cNvPr>
            <p:cNvSpPr txBox="1"/>
            <p:nvPr/>
          </p:nvSpPr>
          <p:spPr bwMode="gray">
            <a:xfrm>
              <a:off x="3993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64F6320-C589-ED60-08D3-7DF63C1B1247}"/>
              </a:ext>
            </a:extLst>
          </p:cNvPr>
          <p:cNvSpPr txBox="1"/>
          <p:nvPr/>
        </p:nvSpPr>
        <p:spPr bwMode="gray">
          <a:xfrm>
            <a:off x="513041" y="9247912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</p:txBody>
      </p:sp>
    </p:spTree>
    <p:extLst>
      <p:ext uri="{BB962C8B-B14F-4D97-AF65-F5344CB8AC3E}">
        <p14:creationId xmlns:p14="http://schemas.microsoft.com/office/powerpoint/2010/main" val="1060360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4B47-3651-425F-D7BF-D1D9CB61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4F88C2D-C798-0C27-5C02-7193251C7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977572"/>
              </p:ext>
            </p:extLst>
          </p:nvPr>
        </p:nvGraphicFramePr>
        <p:xfrm>
          <a:off x="4618336" y="1165378"/>
          <a:ext cx="2698785" cy="942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594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1787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7404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44964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15992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03014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29952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50858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1,240,000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1088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99887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B9382B0-A9F2-C14B-023C-041BC7941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622099"/>
              </p:ext>
            </p:extLst>
          </p:nvPr>
        </p:nvGraphicFramePr>
        <p:xfrm>
          <a:off x="1073327" y="1163408"/>
          <a:ext cx="3545009" cy="942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5009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Paul John Oloroso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Paul John </a:t>
                      </a:r>
                      <a:r>
                        <a:rPr lang="pl-PL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Pedro Ximenez 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Indian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Indian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Fusion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Peated Indian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Peated Indian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42999496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Amrut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Portonova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(CS)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92442413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78251422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Intravaganza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04529355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Intravaganza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Oloroso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6544388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Intravaganza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Moscatel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Candid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Blossoming Auld Sherried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Michel Couvreur Overaged CS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55700195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Johnnie Walker Green Label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2684423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Johnnie Walker Blue Label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Dewar’s 15Y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Dewar’s 18Y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Ballantine's 17Y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Ballantine’s 21Y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5173271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Ballantine’s 30Y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Royal Salute 21Y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7127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8F0EA9-B0BD-2091-45E9-109B4A42E7D8}"/>
              </a:ext>
            </a:extLst>
          </p:cNvPr>
          <p:cNvSpPr txBox="1"/>
          <p:nvPr/>
        </p:nvSpPr>
        <p:spPr bwMode="gray">
          <a:xfrm>
            <a:off x="947177" y="786759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292C5-7497-7274-72E1-41E505928455}"/>
              </a:ext>
            </a:extLst>
          </p:cNvPr>
          <p:cNvSpPr txBox="1"/>
          <p:nvPr/>
        </p:nvSpPr>
        <p:spPr bwMode="gray">
          <a:xfrm>
            <a:off x="921838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Malt Whisky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93B73F4-81B7-D21E-5216-08DEB78F0B5C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8D6CFB-943C-1B8F-A2B3-3E9D25BC7A52}"/>
              </a:ext>
            </a:extLst>
          </p:cNvPr>
          <p:cNvSpPr txBox="1"/>
          <p:nvPr/>
        </p:nvSpPr>
        <p:spPr>
          <a:xfrm>
            <a:off x="921838" y="4355964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French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3EF0D5E-7F78-EBED-3052-26FF079CB221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4" name="직선 연결선 10">
              <a:extLst>
                <a:ext uri="{FF2B5EF4-FFF2-40B4-BE49-F238E27FC236}">
                  <a16:creationId xmlns:a16="http://schemas.microsoft.com/office/drawing/2014/main" id="{AF8406AC-3194-2454-7796-318652FF5D99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2">
              <a:extLst>
                <a:ext uri="{FF2B5EF4-FFF2-40B4-BE49-F238E27FC236}">
                  <a16:creationId xmlns:a16="http://schemas.microsoft.com/office/drawing/2014/main" id="{DB67BD2B-C152-7D27-0F5F-D13E7C9622F5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4C94A2C-FA0D-631F-4169-DB38B21E2692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4EEA3-8987-82E3-CACE-8DDC765688B9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B70442-2ABB-CC32-4903-3034DAC0A01D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53869C-5007-9426-F96A-B512F0505DC5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879310F-E40D-7BF7-3505-5C03E7411911}"/>
              </a:ext>
            </a:extLst>
          </p:cNvPr>
          <p:cNvSpPr txBox="1"/>
          <p:nvPr/>
        </p:nvSpPr>
        <p:spPr>
          <a:xfrm>
            <a:off x="921838" y="7057601"/>
            <a:ext cx="384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Scotch Blended</a:t>
            </a:r>
          </a:p>
        </p:txBody>
      </p:sp>
    </p:spTree>
    <p:extLst>
      <p:ext uri="{BB962C8B-B14F-4D97-AF65-F5344CB8AC3E}">
        <p14:creationId xmlns:p14="http://schemas.microsoft.com/office/powerpoint/2010/main" val="3127970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95B1-3C79-9F73-9470-6AFD9674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CE727EE-338E-12F9-3D59-7556AC4E8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01546"/>
              </p:ext>
            </p:extLst>
          </p:nvPr>
        </p:nvGraphicFramePr>
        <p:xfrm>
          <a:off x="4038061" y="1165379"/>
          <a:ext cx="2698784" cy="942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595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1785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7404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94219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02497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270,000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99528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1,350,000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649395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82220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814140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567451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392570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18259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EB4B563-1ECA-E2A3-85AD-3517877E7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733370"/>
              </p:ext>
            </p:extLst>
          </p:nvPr>
        </p:nvGraphicFramePr>
        <p:xfrm>
          <a:off x="501165" y="1163405"/>
          <a:ext cx="3020448" cy="9423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0448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Jack Daniel Single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5389036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Jack Daniel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Four Roses Single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8617450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Four Roses Small Batch Select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Maker's Mark (CS)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Maker's Mark Cellar Aged 2025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Angel's Envy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5005459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Angel’s Envy 10Y (CS) 20205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Angel’s Envy 10Y (CS) 20206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Wild Turkey Rare Breed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Wild Turkey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Wild Turkey 16Y Gold Foil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684534010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Russell's Reserve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Russell's Reserve Single Barrel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1792 Full Proof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617199532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Eagle Rare 10Y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769015567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Woodford Reserve Double Oaked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Woodford Reserve Sweet Oak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Woodford Reserve Barrel Strength Rye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Rowan's Creek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6737871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Noah's Mill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83360638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Willet Rye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Sazerac 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Rye</a:t>
                      </a:r>
                      <a:endParaRPr lang="fr-FR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50626909"/>
                  </a:ext>
                </a:extLst>
              </a:tr>
              <a:tr h="39265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Booker`s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7885274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A46209-E8FA-84CD-1809-16AC246730F8}"/>
              </a:ext>
            </a:extLst>
          </p:cNvPr>
          <p:cNvSpPr txBox="1"/>
          <p:nvPr/>
        </p:nvSpPr>
        <p:spPr bwMode="gray">
          <a:xfrm>
            <a:off x="375015" y="786759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4D4CD-B774-CFDB-12DE-CB65072286AA}"/>
              </a:ext>
            </a:extLst>
          </p:cNvPr>
          <p:cNvSpPr txBox="1"/>
          <p:nvPr/>
        </p:nvSpPr>
        <p:spPr bwMode="gray">
          <a:xfrm>
            <a:off x="349676" y="212714"/>
            <a:ext cx="5639630" cy="442035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Whiskey </a:t>
            </a:r>
            <a:endParaRPr lang="en-US" sz="2400" b="1" spc="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DBB9C4B-79EC-45A1-627C-F5721BE5E36B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B9549CE7-2A84-F41A-C402-D449CD4A54AE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CFFCC3F4-CDD2-803A-447B-C700E592A29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7160AA8-55F4-252C-4ACF-F03220FA621A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DCC3F95-49C3-93CF-1092-9FA972D4ADFB}"/>
              </a:ext>
            </a:extLst>
          </p:cNvPr>
          <p:cNvGrpSpPr/>
          <p:nvPr/>
        </p:nvGrpSpPr>
        <p:grpSpPr>
          <a:xfrm>
            <a:off x="4006304" y="878649"/>
            <a:ext cx="2702955" cy="257369"/>
            <a:chOff x="3199559" y="979850"/>
            <a:chExt cx="2702955" cy="25737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F1F24C-3CDD-6059-883A-A9A78F5C536A}"/>
                </a:ext>
              </a:extLst>
            </p:cNvPr>
            <p:cNvSpPr txBox="1"/>
            <p:nvPr/>
          </p:nvSpPr>
          <p:spPr bwMode="gray">
            <a:xfrm>
              <a:off x="5011663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2DA610-F11C-A006-F23D-02C3C94A2616}"/>
                </a:ext>
              </a:extLst>
            </p:cNvPr>
            <p:cNvSpPr txBox="1"/>
            <p:nvPr/>
          </p:nvSpPr>
          <p:spPr bwMode="gray">
            <a:xfrm>
              <a:off x="3199559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143F2B-851A-218D-0235-6542344DC7A0}"/>
                </a:ext>
              </a:extLst>
            </p:cNvPr>
            <p:cNvSpPr txBox="1"/>
            <p:nvPr/>
          </p:nvSpPr>
          <p:spPr bwMode="gray">
            <a:xfrm>
              <a:off x="39932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531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85D2-0E08-3006-0EED-A068E48F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0C07584-08B0-F3E6-80F2-B082F0A84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83496"/>
              </p:ext>
            </p:extLst>
          </p:nvPr>
        </p:nvGraphicFramePr>
        <p:xfrm>
          <a:off x="4572204" y="1165381"/>
          <a:ext cx="2690588" cy="9530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6863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99046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4679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49373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712349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43,000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dirty="0"/>
                        <a:t>830,000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532753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1,110,000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250,00</a:t>
                      </a: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798746"/>
                  </a:ext>
                </a:extLst>
              </a:tr>
              <a:tr h="381213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230,000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78474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EADE4E2-B170-E76E-5489-58AC57A96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142314"/>
              </p:ext>
            </p:extLst>
          </p:nvPr>
        </p:nvGraphicFramePr>
        <p:xfrm>
          <a:off x="1074948" y="1163408"/>
          <a:ext cx="2965419" cy="9532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5419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Blanton's Single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70623142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EH Taylor Single Barrel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971216587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Stagg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Weller  Full Proof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Weller 12Y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61559425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Remy Martin V.S.O.P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Remy Martin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Hennessy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Hennessy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Camus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Camus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8328866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Janneau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26844233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Janneau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Boulard 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Boulard 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Boulard Grand 200 Anniversary Cuvée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Christian Drouin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Christian Drouin X.O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712751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83360638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Grey Goose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Cîroc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9979387"/>
                  </a:ext>
                </a:extLst>
              </a:tr>
              <a:tr h="38129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Ketel one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D93D0C-CF3C-6F5B-1E00-F8C2F47390A5}"/>
              </a:ext>
            </a:extLst>
          </p:cNvPr>
          <p:cNvSpPr txBox="1"/>
          <p:nvPr/>
        </p:nvSpPr>
        <p:spPr bwMode="gray">
          <a:xfrm>
            <a:off x="948798" y="3077452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Cognac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FDF142A-8B24-327B-8BC3-9C508B3C92C5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3A0268-A671-9D3A-BD7D-FB2169395590}"/>
              </a:ext>
            </a:extLst>
          </p:cNvPr>
          <p:cNvSpPr txBox="1"/>
          <p:nvPr/>
        </p:nvSpPr>
        <p:spPr bwMode="gray">
          <a:xfrm>
            <a:off x="948798" y="6894068"/>
            <a:ext cx="117662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Calvados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A6DAD-DBDB-EA59-CB40-8320089C03AE}"/>
              </a:ext>
            </a:extLst>
          </p:cNvPr>
          <p:cNvSpPr txBox="1"/>
          <p:nvPr/>
        </p:nvSpPr>
        <p:spPr bwMode="gray">
          <a:xfrm>
            <a:off x="948798" y="5690899"/>
            <a:ext cx="117662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Armagnac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D8C30A7-F231-80B0-57A3-904FAF7B2092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16" name="직선 연결선 10">
              <a:extLst>
                <a:ext uri="{FF2B5EF4-FFF2-40B4-BE49-F238E27FC236}">
                  <a16:creationId xmlns:a16="http://schemas.microsoft.com/office/drawing/2014/main" id="{3202E41E-A849-821D-D193-1225099F7A0A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E3073188-2C39-BA27-EBA5-5AEB114F16C6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FAE4605-AEAE-263D-EB54-D5EE56B517FD}"/>
              </a:ext>
            </a:extLst>
          </p:cNvPr>
          <p:cNvGrpSpPr/>
          <p:nvPr/>
        </p:nvGrpSpPr>
        <p:grpSpPr>
          <a:xfrm>
            <a:off x="4552570" y="878649"/>
            <a:ext cx="2738579" cy="257369"/>
            <a:chOff x="3318310" y="979850"/>
            <a:chExt cx="2738579" cy="25737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F7E03C-7C8A-50CE-9ED6-A945AFE6A514}"/>
                </a:ext>
              </a:extLst>
            </p:cNvPr>
            <p:cNvSpPr txBox="1"/>
            <p:nvPr/>
          </p:nvSpPr>
          <p:spPr bwMode="gray">
            <a:xfrm>
              <a:off x="516603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919201-87B7-8C24-B55C-86DC06F1CB6C}"/>
                </a:ext>
              </a:extLst>
            </p:cNvPr>
            <p:cNvSpPr txBox="1"/>
            <p:nvPr/>
          </p:nvSpPr>
          <p:spPr bwMode="gray">
            <a:xfrm>
              <a:off x="3318310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668DA1-2D0D-FFDE-B171-7C070557D013}"/>
                </a:ext>
              </a:extLst>
            </p:cNvPr>
            <p:cNvSpPr txBox="1"/>
            <p:nvPr/>
          </p:nvSpPr>
          <p:spPr bwMode="gray">
            <a:xfrm>
              <a:off x="4135728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Double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ACEDA79-087B-8EE2-1F2E-2EEFF7D58F79}"/>
              </a:ext>
            </a:extLst>
          </p:cNvPr>
          <p:cNvSpPr txBox="1"/>
          <p:nvPr/>
        </p:nvSpPr>
        <p:spPr bwMode="gray">
          <a:xfrm>
            <a:off x="948798" y="9142837"/>
            <a:ext cx="117662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Vodka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24F1B-1D85-1C82-874F-8E63D1D2750D}"/>
              </a:ext>
            </a:extLst>
          </p:cNvPr>
          <p:cNvSpPr txBox="1"/>
          <p:nvPr/>
        </p:nvSpPr>
        <p:spPr bwMode="gray">
          <a:xfrm>
            <a:off x="1013058" y="760579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American</a:t>
            </a:r>
          </a:p>
        </p:txBody>
      </p:sp>
    </p:spTree>
    <p:extLst>
      <p:ext uri="{BB962C8B-B14F-4D97-AF65-F5344CB8AC3E}">
        <p14:creationId xmlns:p14="http://schemas.microsoft.com/office/powerpoint/2010/main" val="1217112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018E-AC39-0B74-1B29-C436C126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C944C6F-DF12-ADFC-FD4D-012A0BCE6765}"/>
              </a:ext>
            </a:extLst>
          </p:cNvPr>
          <p:cNvGrpSpPr/>
          <p:nvPr/>
        </p:nvGrpSpPr>
        <p:grpSpPr>
          <a:xfrm>
            <a:off x="4101225" y="878649"/>
            <a:ext cx="2625227" cy="257369"/>
            <a:chOff x="3588853" y="979850"/>
            <a:chExt cx="2625227" cy="257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ADBE7F-7CB3-DADA-B54D-6B33D8CB62C2}"/>
                </a:ext>
              </a:extLst>
            </p:cNvPr>
            <p:cNvSpPr txBox="1"/>
            <p:nvPr/>
          </p:nvSpPr>
          <p:spPr bwMode="gray">
            <a:xfrm>
              <a:off x="5323229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FA7A0A-0FB9-6B77-B529-2E2C9E0B61BE}"/>
                </a:ext>
              </a:extLst>
            </p:cNvPr>
            <p:cNvSpPr txBox="1"/>
            <p:nvPr/>
          </p:nvSpPr>
          <p:spPr bwMode="gray">
            <a:xfrm>
              <a:off x="3588853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6F54C30-3554-E64C-7F0E-EB3E0C098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28149"/>
              </p:ext>
            </p:extLst>
          </p:nvPr>
        </p:nvGraphicFramePr>
        <p:xfrm>
          <a:off x="4188733" y="1165379"/>
          <a:ext cx="2536236" cy="9391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412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847471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43353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220,000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220,000</a:t>
                      </a:r>
                      <a:endParaRPr kumimoji="0" lang="ko-KR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822715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633990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57274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161022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805279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5431283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47228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E4A0C44-264D-C332-D101-4DDD5C566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379083"/>
              </p:ext>
            </p:extLst>
          </p:nvPr>
        </p:nvGraphicFramePr>
        <p:xfrm>
          <a:off x="506416" y="1163406"/>
          <a:ext cx="2698785" cy="9393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8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Bacardi 8Y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Zacapa23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Diplomatico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Exclusiva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Gold of Mauritius 5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Gold of Mauritius 8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Dos Maderas 5 + 5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Dos Maderas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Seleccion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26844233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Rhum J.M V.S.O.P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Tanqueray No.10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Hendrick's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07215426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Monkey 47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24712919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 NO BI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02467148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Flask Tequila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49517789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Patron XO Cafe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66020671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Patron Silver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324297167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Patron Reposado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97888448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Patron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Añejo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31899513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Patron EL ALTO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89809466"/>
                  </a:ext>
                </a:extLst>
              </a:tr>
              <a:tr h="44732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Clase Azul Reposado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111518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C0796D-7325-3C82-27C2-4EA148C82ACD}"/>
              </a:ext>
            </a:extLst>
          </p:cNvPr>
          <p:cNvSpPr txBox="1"/>
          <p:nvPr/>
        </p:nvSpPr>
        <p:spPr bwMode="gray">
          <a:xfrm>
            <a:off x="423154" y="4786230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EE6E154-DA60-F26D-4421-1331A0544381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EC515A-EF57-8B2A-6D57-2F3DA0923941}"/>
              </a:ext>
            </a:extLst>
          </p:cNvPr>
          <p:cNvSpPr txBox="1"/>
          <p:nvPr/>
        </p:nvSpPr>
        <p:spPr bwMode="gray">
          <a:xfrm>
            <a:off x="423154" y="813704"/>
            <a:ext cx="1176628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Rum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D98FA7-EE76-0CC1-99BE-475D39C3EC49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6DD66D5D-ACB9-6C6D-C1E4-BB152225A25B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5B0876D-160C-2514-CFB5-92EFE8B9DCFC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9C3674F-213B-619B-2AE9-CBE550354B1D}"/>
              </a:ext>
            </a:extLst>
          </p:cNvPr>
          <p:cNvSpPr txBox="1"/>
          <p:nvPr/>
        </p:nvSpPr>
        <p:spPr bwMode="gray">
          <a:xfrm>
            <a:off x="423154" y="7011939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Tequila</a:t>
            </a:r>
          </a:p>
        </p:txBody>
      </p:sp>
    </p:spTree>
    <p:extLst>
      <p:ext uri="{BB962C8B-B14F-4D97-AF65-F5344CB8AC3E}">
        <p14:creationId xmlns:p14="http://schemas.microsoft.com/office/powerpoint/2010/main" val="923383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B16D-DCDD-F755-7B0F-2B7E1587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5367618-97FD-BE85-582B-D0B90CF26312}"/>
              </a:ext>
            </a:extLst>
          </p:cNvPr>
          <p:cNvGrpSpPr/>
          <p:nvPr/>
        </p:nvGrpSpPr>
        <p:grpSpPr>
          <a:xfrm>
            <a:off x="4543862" y="878649"/>
            <a:ext cx="2743977" cy="257369"/>
            <a:chOff x="3268222" y="979850"/>
            <a:chExt cx="2743977" cy="257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8FBA1E-081D-A6B6-66C0-DE72D642FEBE}"/>
                </a:ext>
              </a:extLst>
            </p:cNvPr>
            <p:cNvSpPr txBox="1"/>
            <p:nvPr/>
          </p:nvSpPr>
          <p:spPr bwMode="gray">
            <a:xfrm>
              <a:off x="5121348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6D45C5-C0A0-B9F0-5809-7E27CDB77E8D}"/>
                </a:ext>
              </a:extLst>
            </p:cNvPr>
            <p:cNvSpPr txBox="1"/>
            <p:nvPr/>
          </p:nvSpPr>
          <p:spPr bwMode="gray">
            <a:xfrm>
              <a:off x="3268222" y="979850"/>
              <a:ext cx="1030310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35EEEDA-3EE2-C835-8265-70F92426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30521"/>
              </p:ext>
            </p:extLst>
          </p:nvPr>
        </p:nvGraphicFramePr>
        <p:xfrm>
          <a:off x="4623383" y="1165379"/>
          <a:ext cx="2698785" cy="9474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595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1786">
                  <a:extLst>
                    <a:ext uri="{9D8B030D-6E8A-4147-A177-3AD203B41FA5}">
                      <a16:colId xmlns:a16="http://schemas.microsoft.com/office/drawing/2014/main" val="8912739"/>
                    </a:ext>
                  </a:extLst>
                </a:gridCol>
                <a:gridCol w="897404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kumimoji="0" lang="en-US" altLang="ko-KR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24,000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27597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387155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491853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80992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067C33F-864F-C4E9-9A17-F7D378013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53911"/>
              </p:ext>
            </p:extLst>
          </p:nvPr>
        </p:nvGraphicFramePr>
        <p:xfrm>
          <a:off x="960924" y="1163405"/>
          <a:ext cx="2698785" cy="9474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85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 Julio Blanco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 Julio Reposado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 Julio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Añejo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6795937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 Julio 1942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212798681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KOMOS Reposado Rosa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895511384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KOMOS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Añejo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Cristalino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77574539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KOMOS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Añejo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Reserva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609767595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Cincoro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Reposado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18157017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Cincoro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Añejo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8752545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6618788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Koch El Mezcal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57364751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Madre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Espadin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090822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Madre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Ensanble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86427374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Derrumbes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Durango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625654931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Derrumbes</a:t>
                      </a:r>
                      <a:r>
                        <a:rPr lang="en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Michoacan 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39184238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Derrumbes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San Luis Potosi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73439073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Derrumbes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Oaxaca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451186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6D1F2D-F36B-DEFA-F8FF-867697C6ABCF}"/>
              </a:ext>
            </a:extLst>
          </p:cNvPr>
          <p:cNvSpPr txBox="1"/>
          <p:nvPr/>
        </p:nvSpPr>
        <p:spPr bwMode="gray">
          <a:xfrm>
            <a:off x="960924" y="5225030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Mezcal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D378876-64EA-8433-CFA4-05049A4716AE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34A70B6-B40A-4C04-0E56-95106F43AE16}"/>
              </a:ext>
            </a:extLst>
          </p:cNvPr>
          <p:cNvSpPr txBox="1"/>
          <p:nvPr/>
        </p:nvSpPr>
        <p:spPr bwMode="gray">
          <a:xfrm>
            <a:off x="960924" y="786316"/>
            <a:ext cx="1005500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Tequila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C55B4F-AF69-DAD6-622F-6645CA9810B3}"/>
              </a:ext>
            </a:extLst>
          </p:cNvPr>
          <p:cNvGrpSpPr/>
          <p:nvPr/>
        </p:nvGrpSpPr>
        <p:grpSpPr>
          <a:xfrm>
            <a:off x="200773" y="0"/>
            <a:ext cx="342338" cy="10800556"/>
            <a:chOff x="1079675" y="0"/>
            <a:chExt cx="342338" cy="10800556"/>
          </a:xfrm>
        </p:grpSpPr>
        <p:cxnSp>
          <p:nvCxnSpPr>
            <p:cNvPr id="9" name="직선 연결선 10">
              <a:extLst>
                <a:ext uri="{FF2B5EF4-FFF2-40B4-BE49-F238E27FC236}">
                  <a16:creationId xmlns:a16="http://schemas.microsoft.com/office/drawing/2014/main" id="{F77DCA97-28A2-CEF7-EC56-68F593665F74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2">
              <a:extLst>
                <a:ext uri="{FF2B5EF4-FFF2-40B4-BE49-F238E27FC236}">
                  <a16:creationId xmlns:a16="http://schemas.microsoft.com/office/drawing/2014/main" id="{6D2CDA21-9477-9AF3-3CA1-91024AD2752C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4092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700BE-99D6-CD65-23D5-390AC1ED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5DD796F-37AA-BB69-B7DD-814D8AD21450}"/>
              </a:ext>
            </a:extLst>
          </p:cNvPr>
          <p:cNvGrpSpPr/>
          <p:nvPr/>
        </p:nvGrpSpPr>
        <p:grpSpPr>
          <a:xfrm>
            <a:off x="4801720" y="786317"/>
            <a:ext cx="1846200" cy="349702"/>
            <a:chOff x="4236880" y="979850"/>
            <a:chExt cx="1965687" cy="257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4724DE-83EB-944E-9B18-6577E2664B96}"/>
                </a:ext>
              </a:extLst>
            </p:cNvPr>
            <p:cNvSpPr txBox="1"/>
            <p:nvPr/>
          </p:nvSpPr>
          <p:spPr bwMode="gray">
            <a:xfrm>
              <a:off x="5311716" y="979850"/>
              <a:ext cx="890851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Bottle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9242E3-5E7C-E9B3-E931-2C07495EE736}"/>
                </a:ext>
              </a:extLst>
            </p:cNvPr>
            <p:cNvSpPr txBox="1"/>
            <p:nvPr/>
          </p:nvSpPr>
          <p:spPr bwMode="gray">
            <a:xfrm>
              <a:off x="4236880" y="979850"/>
              <a:ext cx="1176629" cy="25737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Glass</a:t>
              </a:r>
            </a:p>
          </p:txBody>
        </p:sp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5BB73A-8BAC-6743-D0F0-B608C1206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968717"/>
              </p:ext>
            </p:extLst>
          </p:nvPr>
        </p:nvGraphicFramePr>
        <p:xfrm>
          <a:off x="4869276" y="1164926"/>
          <a:ext cx="1808197" cy="948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201">
                  <a:extLst>
                    <a:ext uri="{9D8B030D-6E8A-4147-A177-3AD203B41FA5}">
                      <a16:colId xmlns:a16="http://schemas.microsoft.com/office/drawing/2014/main" val="4086063665"/>
                    </a:ext>
                  </a:extLst>
                </a:gridCol>
                <a:gridCol w="902996">
                  <a:extLst>
                    <a:ext uri="{9D8B030D-6E8A-4147-A177-3AD203B41FA5}">
                      <a16:colId xmlns:a16="http://schemas.microsoft.com/office/drawing/2014/main" val="1641214488"/>
                    </a:ext>
                  </a:extLst>
                </a:gridCol>
              </a:tblGrid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14,000</a:t>
                      </a:r>
                    </a:p>
                  </a:txBody>
                  <a:tcPr marR="0"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5418982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14,000</a:t>
                      </a:r>
                    </a:p>
                  </a:txBody>
                  <a:tcPr marR="0"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701729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15,000</a:t>
                      </a:r>
                    </a:p>
                  </a:txBody>
                  <a:tcPr marR="0"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553780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16,000</a:t>
                      </a:r>
                    </a:p>
                  </a:txBody>
                  <a:tcPr marR="0"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52328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19,000</a:t>
                      </a:r>
                    </a:p>
                  </a:txBody>
                  <a:tcPr marR="0"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870336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261635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217091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336213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08168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742131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20286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152078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661198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260,000</a:t>
                      </a:r>
                      <a:endParaRPr lang="ko-KR" altLang="en-US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172504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844186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807977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9753383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761737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1200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564403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0623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210,000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860598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spcBef>
                          <a:spcPts val="675"/>
                        </a:spcBef>
                        <a:buNone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566459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167913"/>
                  </a:ext>
                </a:extLst>
              </a:tr>
              <a:tr h="395365"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endParaRPr lang="en-US" altLang="ko-KR" sz="135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612008" rtl="0" eaLnBrk="1" latinLnBrk="1" hangingPunct="1">
                        <a:buNone/>
                      </a:pPr>
                      <a:r>
                        <a:rPr lang="en-US" altLang="ko-KR" sz="13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29951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25432FA-BB5E-762E-0213-FF56442BE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800819"/>
              </p:ext>
            </p:extLst>
          </p:nvPr>
        </p:nvGraphicFramePr>
        <p:xfrm>
          <a:off x="506410" y="1165378"/>
          <a:ext cx="4508931" cy="948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931">
                  <a:extLst>
                    <a:ext uri="{9D8B030D-6E8A-4147-A177-3AD203B41FA5}">
                      <a16:colId xmlns:a16="http://schemas.microsoft.com/office/drawing/2014/main" val="1441670627"/>
                    </a:ext>
                  </a:extLst>
                </a:gridCol>
              </a:tblGrid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Tio Pepe Palomino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Fino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Sherry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8184834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Lustau, Amontillado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105040889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Lustau, Oloroso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4125072203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Lustau Pedro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Ximenez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64808794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Graham's Port, 10Years Tawny Port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35800394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012576359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Castello di Ama Chianti Classico ‘San Lorenzo’ Gran Selezione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360943516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DeLille Cellars D2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753876216"/>
                  </a:ext>
                </a:extLst>
              </a:tr>
              <a:tr h="46621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Fantini </a:t>
                      </a: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Edizione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42553747"/>
                  </a:ext>
                </a:extLst>
              </a:tr>
              <a:tr h="46621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Particular Garnacha Centenarias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534342501"/>
                  </a:ext>
                </a:extLst>
              </a:tr>
              <a:tr h="466212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Torre </a:t>
                      </a:r>
                      <a:r>
                        <a:rPr lang="en-US" altLang="ko-KR" sz="1400" dirty="0" err="1"/>
                        <a:t>Zambra</a:t>
                      </a:r>
                      <a:r>
                        <a:rPr lang="en-US" altLang="ko-KR" sz="1400" dirty="0"/>
                        <a:t> Montepulciano </a:t>
                      </a:r>
                      <a:r>
                        <a:rPr lang="en-US" altLang="ko-KR" sz="1400" dirty="0" err="1"/>
                        <a:t>d’Abruzzo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855941857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De'Ricci Vino Nobile di Montepulciano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26844233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9768330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Lingua Franca AVNI Chardonnay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421639005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Domdechant</a:t>
                      </a: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Werner Classic Riesling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519396728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Sileni, Nouveau Sauvignon Blanc</a:t>
                      </a: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23226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166525478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Krug 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255962014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Dom Perignon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8712751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Perrier Jouet Belle Epoque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583360638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Veuve Clicquot  Yellow Label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2902175870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Piper Heidsieck Cuvee Brut</a:t>
                      </a: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003132064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3192985385"/>
                  </a:ext>
                </a:extLst>
              </a:tr>
              <a:tr h="385244">
                <a:tc>
                  <a:txBody>
                    <a:bodyPr/>
                    <a:lstStyle/>
                    <a:p>
                      <a:pPr marL="0" marR="0" lvl="0" indent="0" algn="l" defTabSz="400050" rtl="0" eaLnBrk="1" fontAlgn="auto" latinLnBrk="1" hangingPunct="1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Guinness (Draft)</a:t>
                      </a:r>
                      <a:endParaRPr lang="ko-KR" altLang="en-US" sz="13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0" anchor="ctr"/>
                </a:tc>
                <a:extLst>
                  <a:ext uri="{0D108BD9-81ED-4DB2-BD59-A6C34878D82A}">
                    <a16:rowId xmlns:a16="http://schemas.microsoft.com/office/drawing/2014/main" val="18917339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B44A8E-95AF-2C3C-4C59-F0656E427115}"/>
              </a:ext>
            </a:extLst>
          </p:cNvPr>
          <p:cNvSpPr txBox="1"/>
          <p:nvPr/>
        </p:nvSpPr>
        <p:spPr bwMode="gray">
          <a:xfrm>
            <a:off x="380261" y="786759"/>
            <a:ext cx="1509497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Fortified Wine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3D2F53D-AEA3-6820-866C-D295908FE850}"/>
              </a:ext>
            </a:extLst>
          </p:cNvPr>
          <p:cNvCxnSpPr/>
          <p:nvPr/>
        </p:nvCxnSpPr>
        <p:spPr>
          <a:xfrm>
            <a:off x="-1519518" y="1949824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5AD815-A369-3745-713F-723B9C157A69}"/>
              </a:ext>
            </a:extLst>
          </p:cNvPr>
          <p:cNvSpPr txBox="1"/>
          <p:nvPr/>
        </p:nvSpPr>
        <p:spPr bwMode="gray">
          <a:xfrm>
            <a:off x="374960" y="3180717"/>
            <a:ext cx="1892903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Wine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AFE5ED-382B-3434-F337-CACB08231B01}"/>
              </a:ext>
            </a:extLst>
          </p:cNvPr>
          <p:cNvSpPr txBox="1"/>
          <p:nvPr/>
        </p:nvSpPr>
        <p:spPr bwMode="gray">
          <a:xfrm>
            <a:off x="374960" y="6049918"/>
            <a:ext cx="1892902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Wine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C3650-35B6-B2D2-69F3-EE84F00EF3D5}"/>
              </a:ext>
            </a:extLst>
          </p:cNvPr>
          <p:cNvSpPr txBox="1"/>
          <p:nvPr/>
        </p:nvSpPr>
        <p:spPr bwMode="gray">
          <a:xfrm>
            <a:off x="374961" y="7536565"/>
            <a:ext cx="1626943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Champagne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42BBC-BB21-9E79-7AF1-F082B936E0E8}"/>
              </a:ext>
            </a:extLst>
          </p:cNvPr>
          <p:cNvSpPr txBox="1"/>
          <p:nvPr/>
        </p:nvSpPr>
        <p:spPr bwMode="gray">
          <a:xfrm>
            <a:off x="374961" y="9907428"/>
            <a:ext cx="1626943" cy="349702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4226B4E-7976-611B-5BEF-E92E761B9BF8}"/>
              </a:ext>
            </a:extLst>
          </p:cNvPr>
          <p:cNvGrpSpPr/>
          <p:nvPr/>
        </p:nvGrpSpPr>
        <p:grpSpPr>
          <a:xfrm flipH="1">
            <a:off x="7031459" y="0"/>
            <a:ext cx="346500" cy="10931857"/>
            <a:chOff x="1079675" y="0"/>
            <a:chExt cx="342338" cy="10800556"/>
          </a:xfrm>
        </p:grpSpPr>
        <p:cxnSp>
          <p:nvCxnSpPr>
            <p:cNvPr id="4" name="직선 연결선 10">
              <a:extLst>
                <a:ext uri="{FF2B5EF4-FFF2-40B4-BE49-F238E27FC236}">
                  <a16:creationId xmlns:a16="http://schemas.microsoft.com/office/drawing/2014/main" id="{D141A624-7E50-7669-D544-210A21B28F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9675" y="0"/>
              <a:ext cx="0" cy="107997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EFBD664-0CE9-5C9D-AC4F-1CF9097A497B}"/>
                </a:ext>
              </a:extLst>
            </p:cNvPr>
            <p:cNvCxnSpPr>
              <a:cxnSpLocks/>
            </p:cNvCxnSpPr>
            <p:nvPr/>
          </p:nvCxnSpPr>
          <p:spPr>
            <a:xfrm>
              <a:off x="1422013" y="793"/>
              <a:ext cx="0" cy="1079976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0615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40077</TotalTime>
  <Words>2558</Words>
  <Application>Microsoft Office PowerPoint</Application>
  <PresentationFormat>사용자 지정</PresentationFormat>
  <Paragraphs>1487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Great Vibes</vt:lpstr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효민</dc:creator>
  <cp:lastModifiedBy>최 성원</cp:lastModifiedBy>
  <cp:revision>439</cp:revision>
  <cp:lastPrinted>2024-08-16T12:01:37Z</cp:lastPrinted>
  <dcterms:created xsi:type="dcterms:W3CDTF">2023-05-31T12:38:35Z</dcterms:created>
  <dcterms:modified xsi:type="dcterms:W3CDTF">2026-09-21T11:49:05Z</dcterms:modified>
</cp:coreProperties>
</file>